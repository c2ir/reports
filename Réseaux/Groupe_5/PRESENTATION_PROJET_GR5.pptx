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21"/>
  </p:notesMasterIdLst>
  <p:sldIdLst>
    <p:sldId id="262" r:id="rId2"/>
    <p:sldId id="276" r:id="rId3"/>
    <p:sldId id="256" r:id="rId4"/>
    <p:sldId id="257" r:id="rId5"/>
    <p:sldId id="258" r:id="rId6"/>
    <p:sldId id="263" r:id="rId7"/>
    <p:sldId id="264" r:id="rId8"/>
    <p:sldId id="265" r:id="rId9"/>
    <p:sldId id="266" r:id="rId10"/>
    <p:sldId id="268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8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userId="166261206de0b9ad" providerId="LiveId" clId="{5845DA77-F39D-4B7C-B3F6-BF3C8FB7A0CB}"/>
    <pc:docChg chg="undo custSel addSld delSld modSld sldOrd modMainMaster">
      <pc:chgData name="" userId="166261206de0b9ad" providerId="LiveId" clId="{5845DA77-F39D-4B7C-B3F6-BF3C8FB7A0CB}" dt="2026-02-25T12:01:40.242" v="7288" actId="27636"/>
      <pc:docMkLst>
        <pc:docMk/>
      </pc:docMkLst>
      <pc:sldChg chg="delSp modSp add ord modTransition setBg">
        <pc:chgData name="" userId="166261206de0b9ad" providerId="LiveId" clId="{5845DA77-F39D-4B7C-B3F6-BF3C8FB7A0CB}" dt="2026-02-25T11:49:16.830" v="7197"/>
        <pc:sldMkLst>
          <pc:docMk/>
          <pc:sldMk cId="1174590569" sldId="256"/>
        </pc:sldMkLst>
        <pc:spChg chg="del">
          <ac:chgData name="" userId="166261206de0b9ad" providerId="LiveId" clId="{5845DA77-F39D-4B7C-B3F6-BF3C8FB7A0CB}" dt="2026-02-21T12:53:28.668" v="1" actId="478"/>
          <ac:spMkLst>
            <pc:docMk/>
            <pc:sldMk cId="1174590569" sldId="256"/>
            <ac:spMk id="2" creationId="{95AF6CE2-73BD-4B0E-A6A9-2463AE3A9CF0}"/>
          </ac:spMkLst>
        </pc:spChg>
        <pc:spChg chg="mod">
          <ac:chgData name="" userId="166261206de0b9ad" providerId="LiveId" clId="{5845DA77-F39D-4B7C-B3F6-BF3C8FB7A0CB}" dt="2026-02-25T10:19:26.962" v="6296" actId="20577"/>
          <ac:spMkLst>
            <pc:docMk/>
            <pc:sldMk cId="1174590569" sldId="256"/>
            <ac:spMk id="3" creationId="{C97A05A6-459A-4A38-AD72-EF3AACEE414B}"/>
          </ac:spMkLst>
        </pc:spChg>
      </pc:sldChg>
      <pc:sldChg chg="modSp add ord modTransition">
        <pc:chgData name="" userId="166261206de0b9ad" providerId="LiveId" clId="{5845DA77-F39D-4B7C-B3F6-BF3C8FB7A0CB}" dt="2026-02-25T11:51:27.823" v="7203"/>
        <pc:sldMkLst>
          <pc:docMk/>
          <pc:sldMk cId="1706179804" sldId="257"/>
        </pc:sldMkLst>
        <pc:spChg chg="mod">
          <ac:chgData name="" userId="166261206de0b9ad" providerId="LiveId" clId="{5845DA77-F39D-4B7C-B3F6-BF3C8FB7A0CB}" dt="2026-02-23T10:48:30.933" v="946" actId="404"/>
          <ac:spMkLst>
            <pc:docMk/>
            <pc:sldMk cId="1706179804" sldId="257"/>
            <ac:spMk id="2" creationId="{89870968-7BDA-4743-8C25-E4D16065CF4B}"/>
          </ac:spMkLst>
        </pc:spChg>
        <pc:spChg chg="mod">
          <ac:chgData name="" userId="166261206de0b9ad" providerId="LiveId" clId="{5845DA77-F39D-4B7C-B3F6-BF3C8FB7A0CB}" dt="2026-02-25T10:28:33.060" v="6417" actId="20577"/>
          <ac:spMkLst>
            <pc:docMk/>
            <pc:sldMk cId="1706179804" sldId="257"/>
            <ac:spMk id="3" creationId="{5C4039C4-5313-4472-8DEF-8CE06BDC47F5}"/>
          </ac:spMkLst>
        </pc:spChg>
      </pc:sldChg>
      <pc:sldChg chg="modSp add modTransition">
        <pc:chgData name="" userId="166261206de0b9ad" providerId="LiveId" clId="{5845DA77-F39D-4B7C-B3F6-BF3C8FB7A0CB}" dt="2026-02-25T11:51:38.550" v="7204"/>
        <pc:sldMkLst>
          <pc:docMk/>
          <pc:sldMk cId="3082496602" sldId="258"/>
        </pc:sldMkLst>
        <pc:spChg chg="mod">
          <ac:chgData name="" userId="166261206de0b9ad" providerId="LiveId" clId="{5845DA77-F39D-4B7C-B3F6-BF3C8FB7A0CB}" dt="2026-02-23T16:11:34.556" v="3838" actId="179"/>
          <ac:spMkLst>
            <pc:docMk/>
            <pc:sldMk cId="3082496602" sldId="258"/>
            <ac:spMk id="2" creationId="{38AF74C9-8939-41A1-8DC5-57E6F0C9C536}"/>
          </ac:spMkLst>
        </pc:spChg>
        <pc:spChg chg="mod">
          <ac:chgData name="" userId="166261206de0b9ad" providerId="LiveId" clId="{5845DA77-F39D-4B7C-B3F6-BF3C8FB7A0CB}" dt="2026-02-25T10:20:29.416" v="6302" actId="20577"/>
          <ac:spMkLst>
            <pc:docMk/>
            <pc:sldMk cId="3082496602" sldId="258"/>
            <ac:spMk id="3" creationId="{450D7C21-A384-4C5C-A187-486FC120FBCB}"/>
          </ac:spMkLst>
        </pc:spChg>
      </pc:sldChg>
      <pc:sldChg chg="addSp delSp modSp add modTransition">
        <pc:chgData name="" userId="166261206de0b9ad" providerId="LiveId" clId="{5845DA77-F39D-4B7C-B3F6-BF3C8FB7A0CB}" dt="2026-02-25T11:48:20.359" v="7191"/>
        <pc:sldMkLst>
          <pc:docMk/>
          <pc:sldMk cId="2713962140" sldId="262"/>
        </pc:sldMkLst>
        <pc:spChg chg="mod">
          <ac:chgData name="" userId="166261206de0b9ad" providerId="LiveId" clId="{5845DA77-F39D-4B7C-B3F6-BF3C8FB7A0CB}" dt="2026-02-23T10:02:54.999" v="191" actId="14100"/>
          <ac:spMkLst>
            <pc:docMk/>
            <pc:sldMk cId="2713962140" sldId="262"/>
            <ac:spMk id="2" creationId="{70F7CF19-6A78-4C0D-9E2C-449DA2278649}"/>
          </ac:spMkLst>
        </pc:spChg>
        <pc:spChg chg="mod">
          <ac:chgData name="" userId="166261206de0b9ad" providerId="LiveId" clId="{5845DA77-F39D-4B7C-B3F6-BF3C8FB7A0CB}" dt="2026-02-23T15:06:56.056" v="3604" actId="20577"/>
          <ac:spMkLst>
            <pc:docMk/>
            <pc:sldMk cId="2713962140" sldId="262"/>
            <ac:spMk id="3" creationId="{3DE8901F-750D-4037-AEBD-6962E65813A7}"/>
          </ac:spMkLst>
        </pc:spChg>
        <pc:spChg chg="add del mod">
          <ac:chgData name="" userId="166261206de0b9ad" providerId="LiveId" clId="{5845DA77-F39D-4B7C-B3F6-BF3C8FB7A0CB}" dt="2026-02-23T10:01:41.411" v="184" actId="478"/>
          <ac:spMkLst>
            <pc:docMk/>
            <pc:sldMk cId="2713962140" sldId="262"/>
            <ac:spMk id="4" creationId="{2B232F3C-9B63-4861-92A9-B374383B6429}"/>
          </ac:spMkLst>
        </pc:spChg>
      </pc:sldChg>
      <pc:sldChg chg="addSp delSp modSp add modTransition">
        <pc:chgData name="" userId="166261206de0b9ad" providerId="LiveId" clId="{5845DA77-F39D-4B7C-B3F6-BF3C8FB7A0CB}" dt="2026-02-25T11:52:05.304" v="7205"/>
        <pc:sldMkLst>
          <pc:docMk/>
          <pc:sldMk cId="365752215" sldId="263"/>
        </pc:sldMkLst>
        <pc:spChg chg="del">
          <ac:chgData name="" userId="166261206de0b9ad" providerId="LiveId" clId="{5845DA77-F39D-4B7C-B3F6-BF3C8FB7A0CB}" dt="2026-02-23T10:58:40.482" v="1022" actId="478"/>
          <ac:spMkLst>
            <pc:docMk/>
            <pc:sldMk cId="365752215" sldId="263"/>
            <ac:spMk id="2" creationId="{BF3A1CF9-E157-45DA-A9CF-8BB94B320114}"/>
          </ac:spMkLst>
        </pc:spChg>
        <pc:spChg chg="del mod">
          <ac:chgData name="" userId="166261206de0b9ad" providerId="LiveId" clId="{5845DA77-F39D-4B7C-B3F6-BF3C8FB7A0CB}" dt="2026-02-23T11:00:02.445" v="1028"/>
          <ac:spMkLst>
            <pc:docMk/>
            <pc:sldMk cId="365752215" sldId="263"/>
            <ac:spMk id="3" creationId="{77A6DEE1-E8F7-4754-B2B1-77CF26322BB3}"/>
          </ac:spMkLst>
        </pc:spChg>
        <pc:spChg chg="add del mod">
          <ac:chgData name="" userId="166261206de0b9ad" providerId="LiveId" clId="{5845DA77-F39D-4B7C-B3F6-BF3C8FB7A0CB}" dt="2026-02-23T10:59:37.586" v="1027" actId="478"/>
          <ac:spMkLst>
            <pc:docMk/>
            <pc:sldMk cId="365752215" sldId="263"/>
            <ac:spMk id="4" creationId="{53EA52F4-6613-4EFC-B08F-F25DFC5B6DCE}"/>
          </ac:spMkLst>
        </pc:spChg>
        <pc:spChg chg="add mod">
          <ac:chgData name="" userId="166261206de0b9ad" providerId="LiveId" clId="{5845DA77-F39D-4B7C-B3F6-BF3C8FB7A0CB}" dt="2026-02-25T10:30:32.461" v="6499" actId="20577"/>
          <ac:spMkLst>
            <pc:docMk/>
            <pc:sldMk cId="365752215" sldId="263"/>
            <ac:spMk id="8" creationId="{204A86EE-EDE4-4E71-8DBC-05C6DE14A20B}"/>
          </ac:spMkLst>
        </pc:spChg>
        <pc:picChg chg="add del mod">
          <ac:chgData name="" userId="166261206de0b9ad" providerId="LiveId" clId="{5845DA77-F39D-4B7C-B3F6-BF3C8FB7A0CB}" dt="2026-02-23T11:38:01.223" v="1385" actId="478"/>
          <ac:picMkLst>
            <pc:docMk/>
            <pc:sldMk cId="365752215" sldId="263"/>
            <ac:picMk id="6" creationId="{A7AE159A-2CE9-4B86-9DD6-4C7DAA382341}"/>
          </ac:picMkLst>
        </pc:picChg>
        <pc:picChg chg="add mod">
          <ac:chgData name="" userId="166261206de0b9ad" providerId="LiveId" clId="{5845DA77-F39D-4B7C-B3F6-BF3C8FB7A0CB}" dt="2026-02-23T11:58:04.504" v="1729" actId="14100"/>
          <ac:picMkLst>
            <pc:docMk/>
            <pc:sldMk cId="365752215" sldId="263"/>
            <ac:picMk id="9" creationId="{73C03FB2-9F33-47C2-BB35-7193DE9470C5}"/>
          </ac:picMkLst>
        </pc:picChg>
      </pc:sldChg>
      <pc:sldChg chg="addSp delSp modSp add modTransition">
        <pc:chgData name="" userId="166261206de0b9ad" providerId="LiveId" clId="{5845DA77-F39D-4B7C-B3F6-BF3C8FB7A0CB}" dt="2026-02-25T12:01:40.242" v="7288" actId="27636"/>
        <pc:sldMkLst>
          <pc:docMk/>
          <pc:sldMk cId="2792919211" sldId="264"/>
        </pc:sldMkLst>
        <pc:spChg chg="mod">
          <ac:chgData name="" userId="166261206de0b9ad" providerId="LiveId" clId="{5845DA77-F39D-4B7C-B3F6-BF3C8FB7A0CB}" dt="2026-02-23T15:11:34.115" v="3609" actId="1076"/>
          <ac:spMkLst>
            <pc:docMk/>
            <pc:sldMk cId="2792919211" sldId="264"/>
            <ac:spMk id="2" creationId="{9443EB84-DDF7-4386-8211-84058D1D6095}"/>
          </ac:spMkLst>
        </pc:spChg>
        <pc:spChg chg="mod">
          <ac:chgData name="" userId="166261206de0b9ad" providerId="LiveId" clId="{5845DA77-F39D-4B7C-B3F6-BF3C8FB7A0CB}" dt="2026-02-25T12:01:40.242" v="7288" actId="27636"/>
          <ac:spMkLst>
            <pc:docMk/>
            <pc:sldMk cId="2792919211" sldId="264"/>
            <ac:spMk id="3" creationId="{E24F2C64-672A-4061-8A3A-C26A6E9B611F}"/>
          </ac:spMkLst>
        </pc:spChg>
        <pc:spChg chg="add del mod">
          <ac:chgData name="" userId="166261206de0b9ad" providerId="LiveId" clId="{5845DA77-F39D-4B7C-B3F6-BF3C8FB7A0CB}" dt="2026-02-23T15:13:18.395" v="3621" actId="478"/>
          <ac:spMkLst>
            <pc:docMk/>
            <pc:sldMk cId="2792919211" sldId="264"/>
            <ac:spMk id="4" creationId="{5113F9CA-09EF-4979-95C9-89A772E850FC}"/>
          </ac:spMkLst>
        </pc:spChg>
      </pc:sldChg>
      <pc:sldChg chg="addSp delSp modSp add modTransition">
        <pc:chgData name="" userId="166261206de0b9ad" providerId="LiveId" clId="{5845DA77-F39D-4B7C-B3F6-BF3C8FB7A0CB}" dt="2026-02-25T11:53:43.812" v="7208"/>
        <pc:sldMkLst>
          <pc:docMk/>
          <pc:sldMk cId="613020213" sldId="265"/>
        </pc:sldMkLst>
        <pc:spChg chg="del">
          <ac:chgData name="" userId="166261206de0b9ad" providerId="LiveId" clId="{5845DA77-F39D-4B7C-B3F6-BF3C8FB7A0CB}" dt="2026-02-23T12:24:04.631" v="2324" actId="478"/>
          <ac:spMkLst>
            <pc:docMk/>
            <pc:sldMk cId="613020213" sldId="265"/>
            <ac:spMk id="2" creationId="{C5C9A9A0-E477-491C-83D0-EDB59774250B}"/>
          </ac:spMkLst>
        </pc:spChg>
        <pc:spChg chg="del mod">
          <ac:chgData name="" userId="166261206de0b9ad" providerId="LiveId" clId="{5845DA77-F39D-4B7C-B3F6-BF3C8FB7A0CB}" dt="2026-02-23T12:25:25.858" v="2327"/>
          <ac:spMkLst>
            <pc:docMk/>
            <pc:sldMk cId="613020213" sldId="265"/>
            <ac:spMk id="3" creationId="{D225A358-5776-4648-8D3C-EA5FBBBC245D}"/>
          </ac:spMkLst>
        </pc:spChg>
        <pc:spChg chg="add del mod">
          <ac:chgData name="" userId="166261206de0b9ad" providerId="LiveId" clId="{5845DA77-F39D-4B7C-B3F6-BF3C8FB7A0CB}" dt="2026-02-23T15:13:53.559" v="3626" actId="478"/>
          <ac:spMkLst>
            <pc:docMk/>
            <pc:sldMk cId="613020213" sldId="265"/>
            <ac:spMk id="7" creationId="{22EA1332-2D01-4AA2-99D9-7509818C4094}"/>
          </ac:spMkLst>
        </pc:spChg>
        <pc:spChg chg="add del mod">
          <ac:chgData name="" userId="166261206de0b9ad" providerId="LiveId" clId="{5845DA77-F39D-4B7C-B3F6-BF3C8FB7A0CB}" dt="2026-02-23T15:14:40.037" v="3631" actId="478"/>
          <ac:spMkLst>
            <pc:docMk/>
            <pc:sldMk cId="613020213" sldId="265"/>
            <ac:spMk id="11" creationId="{EF87CC59-0832-43E9-B166-F3F999787067}"/>
          </ac:spMkLst>
        </pc:spChg>
        <pc:spChg chg="add del mod">
          <ac:chgData name="" userId="166261206de0b9ad" providerId="LiveId" clId="{5845DA77-F39D-4B7C-B3F6-BF3C8FB7A0CB}" dt="2026-02-23T15:24:29.024" v="3640" actId="478"/>
          <ac:spMkLst>
            <pc:docMk/>
            <pc:sldMk cId="613020213" sldId="265"/>
            <ac:spMk id="12" creationId="{51CB32A8-D578-49BE-B4F5-105673096C6D}"/>
          </ac:spMkLst>
        </pc:spChg>
        <pc:picChg chg="add del mod">
          <ac:chgData name="" userId="166261206de0b9ad" providerId="LiveId" clId="{5845DA77-F39D-4B7C-B3F6-BF3C8FB7A0CB}" dt="2026-02-23T12:25:30.955" v="2329" actId="478"/>
          <ac:picMkLst>
            <pc:docMk/>
            <pc:sldMk cId="613020213" sldId="265"/>
            <ac:picMk id="5" creationId="{47CDDDF6-17F6-42DA-9DF5-072C41DFF605}"/>
          </ac:picMkLst>
        </pc:picChg>
        <pc:picChg chg="add del mod">
          <ac:chgData name="" userId="166261206de0b9ad" providerId="LiveId" clId="{5845DA77-F39D-4B7C-B3F6-BF3C8FB7A0CB}" dt="2026-02-23T15:29:42.125" v="3681" actId="14100"/>
          <ac:picMkLst>
            <pc:docMk/>
            <pc:sldMk cId="613020213" sldId="265"/>
            <ac:picMk id="9" creationId="{86B4B1C2-FD8B-49F0-AB53-0546D15E78AB}"/>
          </ac:picMkLst>
        </pc:picChg>
      </pc:sldChg>
      <pc:sldChg chg="addSp delSp modSp add modTransition">
        <pc:chgData name="" userId="166261206de0b9ad" providerId="LiveId" clId="{5845DA77-F39D-4B7C-B3F6-BF3C8FB7A0CB}" dt="2026-02-25T11:53:56.782" v="7209"/>
        <pc:sldMkLst>
          <pc:docMk/>
          <pc:sldMk cId="3795106472" sldId="266"/>
        </pc:sldMkLst>
        <pc:spChg chg="del">
          <ac:chgData name="" userId="166261206de0b9ad" providerId="LiveId" clId="{5845DA77-F39D-4B7C-B3F6-BF3C8FB7A0CB}" dt="2026-02-23T12:37:43.040" v="2663" actId="478"/>
          <ac:spMkLst>
            <pc:docMk/>
            <pc:sldMk cId="3795106472" sldId="266"/>
            <ac:spMk id="2" creationId="{14253D84-A5EC-4236-937D-82D3D950277D}"/>
          </ac:spMkLst>
        </pc:spChg>
        <pc:spChg chg="mod">
          <ac:chgData name="" userId="166261206de0b9ad" providerId="LiveId" clId="{5845DA77-F39D-4B7C-B3F6-BF3C8FB7A0CB}" dt="2026-02-25T10:32:30.567" v="6511" actId="20577"/>
          <ac:spMkLst>
            <pc:docMk/>
            <pc:sldMk cId="3795106472" sldId="266"/>
            <ac:spMk id="3" creationId="{B498BABB-7339-4C9A-AF3C-FAFB6CED9724}"/>
          </ac:spMkLst>
        </pc:spChg>
        <pc:picChg chg="add mod">
          <ac:chgData name="" userId="166261206de0b9ad" providerId="LiveId" clId="{5845DA77-F39D-4B7C-B3F6-BF3C8FB7A0CB}" dt="2026-02-24T15:31:39.462" v="5137" actId="14100"/>
          <ac:picMkLst>
            <pc:docMk/>
            <pc:sldMk cId="3795106472" sldId="266"/>
            <ac:picMk id="5" creationId="{66B844C2-E03A-4A6E-88B7-A3965D0A5272}"/>
          </ac:picMkLst>
        </pc:picChg>
      </pc:sldChg>
      <pc:sldChg chg="addSp delSp modSp add modTransition">
        <pc:chgData name="" userId="166261206de0b9ad" providerId="LiveId" clId="{5845DA77-F39D-4B7C-B3F6-BF3C8FB7A0CB}" dt="2026-02-25T11:54:30.434" v="7211"/>
        <pc:sldMkLst>
          <pc:docMk/>
          <pc:sldMk cId="103499456" sldId="267"/>
        </pc:sldMkLst>
        <pc:spChg chg="del">
          <ac:chgData name="" userId="166261206de0b9ad" providerId="LiveId" clId="{5845DA77-F39D-4B7C-B3F6-BF3C8FB7A0CB}" dt="2026-02-23T16:04:23.526" v="3721" actId="478"/>
          <ac:spMkLst>
            <pc:docMk/>
            <pc:sldMk cId="103499456" sldId="267"/>
            <ac:spMk id="2" creationId="{C45571F1-68F5-4CF2-8280-C38956CA419C}"/>
          </ac:spMkLst>
        </pc:spChg>
        <pc:spChg chg="mod">
          <ac:chgData name="" userId="166261206de0b9ad" providerId="LiveId" clId="{5845DA77-F39D-4B7C-B3F6-BF3C8FB7A0CB}" dt="2026-02-23T17:11:39.559" v="4165" actId="27636"/>
          <ac:spMkLst>
            <pc:docMk/>
            <pc:sldMk cId="103499456" sldId="267"/>
            <ac:spMk id="3" creationId="{13D9B0B3-469A-4085-B066-C841ADA31BE2}"/>
          </ac:spMkLst>
        </pc:spChg>
        <pc:picChg chg="add del mod">
          <ac:chgData name="" userId="166261206de0b9ad" providerId="LiveId" clId="{5845DA77-F39D-4B7C-B3F6-BF3C8FB7A0CB}" dt="2026-02-23T16:43:56.498" v="4085" actId="478"/>
          <ac:picMkLst>
            <pc:docMk/>
            <pc:sldMk cId="103499456" sldId="267"/>
            <ac:picMk id="5" creationId="{C6C31CE9-9869-4F8B-A227-B17B85FA2511}"/>
          </ac:picMkLst>
        </pc:picChg>
        <pc:picChg chg="add del mod">
          <ac:chgData name="" userId="166261206de0b9ad" providerId="LiveId" clId="{5845DA77-F39D-4B7C-B3F6-BF3C8FB7A0CB}" dt="2026-02-23T16:44:18.441" v="4086" actId="478"/>
          <ac:picMkLst>
            <pc:docMk/>
            <pc:sldMk cId="103499456" sldId="267"/>
            <ac:picMk id="6" creationId="{03F49145-6A88-4247-AC9C-74050A5301C7}"/>
          </ac:picMkLst>
        </pc:picChg>
        <pc:picChg chg="add mod">
          <ac:chgData name="" userId="166261206de0b9ad" providerId="LiveId" clId="{5845DA77-F39D-4B7C-B3F6-BF3C8FB7A0CB}" dt="2026-02-23T17:35:50.852" v="4495" actId="1076"/>
          <ac:picMkLst>
            <pc:docMk/>
            <pc:sldMk cId="103499456" sldId="267"/>
            <ac:picMk id="8" creationId="{4EDC2FDD-9719-4B3B-8A3E-4748D7C59C30}"/>
          </ac:picMkLst>
        </pc:picChg>
        <pc:picChg chg="add mod">
          <ac:chgData name="" userId="166261206de0b9ad" providerId="LiveId" clId="{5845DA77-F39D-4B7C-B3F6-BF3C8FB7A0CB}" dt="2026-02-23T17:35:47.743" v="4494" actId="1076"/>
          <ac:picMkLst>
            <pc:docMk/>
            <pc:sldMk cId="103499456" sldId="267"/>
            <ac:picMk id="10" creationId="{2B47B968-B9E9-4E9D-930F-C550EABDFC9B}"/>
          </ac:picMkLst>
        </pc:picChg>
      </pc:sldChg>
      <pc:sldChg chg="addSp delSp modSp add ord modTransition">
        <pc:chgData name="" userId="166261206de0b9ad" providerId="LiveId" clId="{5845DA77-F39D-4B7C-B3F6-BF3C8FB7A0CB}" dt="2026-02-25T11:54:16.575" v="7210"/>
        <pc:sldMkLst>
          <pc:docMk/>
          <pc:sldMk cId="3775709705" sldId="268"/>
        </pc:sldMkLst>
        <pc:spChg chg="del mod">
          <ac:chgData name="" userId="166261206de0b9ad" providerId="LiveId" clId="{5845DA77-F39D-4B7C-B3F6-BF3C8FB7A0CB}" dt="2026-02-23T16:48:17.258" v="4106" actId="478"/>
          <ac:spMkLst>
            <pc:docMk/>
            <pc:sldMk cId="3775709705" sldId="268"/>
            <ac:spMk id="2" creationId="{FFBFA3D7-6D7E-481E-9835-24D2985EBF77}"/>
          </ac:spMkLst>
        </pc:spChg>
        <pc:spChg chg="mod">
          <ac:chgData name="" userId="166261206de0b9ad" providerId="LiveId" clId="{5845DA77-F39D-4B7C-B3F6-BF3C8FB7A0CB}" dt="2026-02-25T10:37:29.127" v="6535" actId="20577"/>
          <ac:spMkLst>
            <pc:docMk/>
            <pc:sldMk cId="3775709705" sldId="268"/>
            <ac:spMk id="3" creationId="{677916EB-EF14-4BAC-9BC5-8E3765A4FD94}"/>
          </ac:spMkLst>
        </pc:spChg>
        <pc:spChg chg="add del mod">
          <ac:chgData name="" userId="166261206de0b9ad" providerId="LiveId" clId="{5845DA77-F39D-4B7C-B3F6-BF3C8FB7A0CB}" dt="2026-02-23T16:48:20.500" v="4107" actId="478"/>
          <ac:spMkLst>
            <pc:docMk/>
            <pc:sldMk cId="3775709705" sldId="268"/>
            <ac:spMk id="7" creationId="{23FA866B-67E2-4336-BDDA-811AFD2D2CF4}"/>
          </ac:spMkLst>
        </pc:spChg>
        <pc:picChg chg="add mod">
          <ac:chgData name="" userId="166261206de0b9ad" providerId="LiveId" clId="{5845DA77-F39D-4B7C-B3F6-BF3C8FB7A0CB}" dt="2026-02-24T15:31:32.983" v="5136" actId="14100"/>
          <ac:picMkLst>
            <pc:docMk/>
            <pc:sldMk cId="3775709705" sldId="268"/>
            <ac:picMk id="5" creationId="{746A6AC0-954F-460C-A56F-7B6911520EA2}"/>
          </ac:picMkLst>
        </pc:picChg>
      </pc:sldChg>
      <pc:sldChg chg="modSp add modTransition">
        <pc:chgData name="" userId="166261206de0b9ad" providerId="LiveId" clId="{5845DA77-F39D-4B7C-B3F6-BF3C8FB7A0CB}" dt="2026-02-25T11:54:49.074" v="7213"/>
        <pc:sldMkLst>
          <pc:docMk/>
          <pc:sldMk cId="4281060428" sldId="269"/>
        </pc:sldMkLst>
        <pc:spChg chg="mod">
          <ac:chgData name="" userId="166261206de0b9ad" providerId="LiveId" clId="{5845DA77-F39D-4B7C-B3F6-BF3C8FB7A0CB}" dt="2026-02-23T23:14:05.039" v="4836" actId="14100"/>
          <ac:spMkLst>
            <pc:docMk/>
            <pc:sldMk cId="4281060428" sldId="269"/>
            <ac:spMk id="2" creationId="{C5003E2E-239D-4C48-85CE-0129674C3BA7}"/>
          </ac:spMkLst>
        </pc:spChg>
        <pc:spChg chg="mod">
          <ac:chgData name="" userId="166261206de0b9ad" providerId="LiveId" clId="{5845DA77-F39D-4B7C-B3F6-BF3C8FB7A0CB}" dt="2026-02-25T10:49:39.355" v="6580"/>
          <ac:spMkLst>
            <pc:docMk/>
            <pc:sldMk cId="4281060428" sldId="269"/>
            <ac:spMk id="3" creationId="{302F8E89-79CD-4680-B180-BD7BC451A927}"/>
          </ac:spMkLst>
        </pc:spChg>
      </pc:sldChg>
      <pc:sldChg chg="addSp delSp modSp add modTransition">
        <pc:chgData name="" userId="166261206de0b9ad" providerId="LiveId" clId="{5845DA77-F39D-4B7C-B3F6-BF3C8FB7A0CB}" dt="2026-02-25T11:55:01.122" v="7215"/>
        <pc:sldMkLst>
          <pc:docMk/>
          <pc:sldMk cId="2881318999" sldId="270"/>
        </pc:sldMkLst>
        <pc:spChg chg="del">
          <ac:chgData name="" userId="166261206de0b9ad" providerId="LiveId" clId="{5845DA77-F39D-4B7C-B3F6-BF3C8FB7A0CB}" dt="2026-02-23T17:53:03.647" v="4549" actId="478"/>
          <ac:spMkLst>
            <pc:docMk/>
            <pc:sldMk cId="2881318999" sldId="270"/>
            <ac:spMk id="2" creationId="{6B1AEE01-BF52-45EF-950E-E846987BFC0F}"/>
          </ac:spMkLst>
        </pc:spChg>
        <pc:spChg chg="add mod">
          <ac:chgData name="" userId="166261206de0b9ad" providerId="LiveId" clId="{5845DA77-F39D-4B7C-B3F6-BF3C8FB7A0CB}" dt="2026-02-23T23:16:29.480" v="4850" actId="1076"/>
          <ac:spMkLst>
            <pc:docMk/>
            <pc:sldMk cId="2881318999" sldId="270"/>
            <ac:spMk id="2" creationId="{72F18745-EA02-4CDA-9C27-85E965A2E1A2}"/>
          </ac:spMkLst>
        </pc:spChg>
        <pc:spChg chg="mod">
          <ac:chgData name="" userId="166261206de0b9ad" providerId="LiveId" clId="{5845DA77-F39D-4B7C-B3F6-BF3C8FB7A0CB}" dt="2026-02-23T23:15:47.160" v="4843" actId="1076"/>
          <ac:spMkLst>
            <pc:docMk/>
            <pc:sldMk cId="2881318999" sldId="270"/>
            <ac:spMk id="3" creationId="{FB625EE6-17E9-4FA3-A3CB-8303AE01D42B}"/>
          </ac:spMkLst>
        </pc:spChg>
        <pc:picChg chg="add mod">
          <ac:chgData name="" userId="166261206de0b9ad" providerId="LiveId" clId="{5845DA77-F39D-4B7C-B3F6-BF3C8FB7A0CB}" dt="2026-02-24T15:32:46.673" v="5138" actId="1076"/>
          <ac:picMkLst>
            <pc:docMk/>
            <pc:sldMk cId="2881318999" sldId="270"/>
            <ac:picMk id="5" creationId="{062F5113-6E09-43DE-8458-B719BA5D6600}"/>
          </ac:picMkLst>
        </pc:picChg>
      </pc:sldChg>
      <pc:sldChg chg="addSp delSp modSp add modTransition">
        <pc:chgData name="" userId="166261206de0b9ad" providerId="LiveId" clId="{5845DA77-F39D-4B7C-B3F6-BF3C8FB7A0CB}" dt="2026-02-25T11:55:12.597" v="7216"/>
        <pc:sldMkLst>
          <pc:docMk/>
          <pc:sldMk cId="3391052695" sldId="271"/>
        </pc:sldMkLst>
        <pc:spChg chg="del">
          <ac:chgData name="" userId="166261206de0b9ad" providerId="LiveId" clId="{5845DA77-F39D-4B7C-B3F6-BF3C8FB7A0CB}" dt="2026-02-23T21:37:29.507" v="4583" actId="478"/>
          <ac:spMkLst>
            <pc:docMk/>
            <pc:sldMk cId="3391052695" sldId="271"/>
            <ac:spMk id="2" creationId="{1110A6BC-E270-4E60-AD6D-AF7C9C4C36BA}"/>
          </ac:spMkLst>
        </pc:spChg>
        <pc:spChg chg="add del mod">
          <ac:chgData name="" userId="166261206de0b9ad" providerId="LiveId" clId="{5845DA77-F39D-4B7C-B3F6-BF3C8FB7A0CB}" dt="2026-02-24T15:30:56.090" v="5126" actId="478"/>
          <ac:spMkLst>
            <pc:docMk/>
            <pc:sldMk cId="3391052695" sldId="271"/>
            <ac:spMk id="2" creationId="{29C55983-49D9-4250-9714-B964879E8530}"/>
          </ac:spMkLst>
        </pc:spChg>
        <pc:spChg chg="mod">
          <ac:chgData name="" userId="166261206de0b9ad" providerId="LiveId" clId="{5845DA77-F39D-4B7C-B3F6-BF3C8FB7A0CB}" dt="2026-02-25T11:13:48.148" v="7057" actId="14100"/>
          <ac:spMkLst>
            <pc:docMk/>
            <pc:sldMk cId="3391052695" sldId="271"/>
            <ac:spMk id="3" creationId="{F1F77DD0-5589-4796-9897-E19821634AFA}"/>
          </ac:spMkLst>
        </pc:spChg>
        <pc:spChg chg="add del mod">
          <ac:chgData name="" userId="166261206de0b9ad" providerId="LiveId" clId="{5845DA77-F39D-4B7C-B3F6-BF3C8FB7A0CB}" dt="2026-02-24T15:30:34.850" v="5119" actId="478"/>
          <ac:spMkLst>
            <pc:docMk/>
            <pc:sldMk cId="3391052695" sldId="271"/>
            <ac:spMk id="4" creationId="{C680BBB5-885E-439D-A7E4-95A82408BBE7}"/>
          </ac:spMkLst>
        </pc:spChg>
        <pc:spChg chg="add mod">
          <ac:chgData name="" userId="166261206de0b9ad" providerId="LiveId" clId="{5845DA77-F39D-4B7C-B3F6-BF3C8FB7A0CB}" dt="2026-02-24T17:44:07.523" v="6293" actId="20577"/>
          <ac:spMkLst>
            <pc:docMk/>
            <pc:sldMk cId="3391052695" sldId="271"/>
            <ac:spMk id="6" creationId="{CA247E1D-A6BB-4CC7-8218-ECC8FDA730E8}"/>
          </ac:spMkLst>
        </pc:spChg>
        <pc:picChg chg="add mod">
          <ac:chgData name="" userId="166261206de0b9ad" providerId="LiveId" clId="{5845DA77-F39D-4B7C-B3F6-BF3C8FB7A0CB}" dt="2026-02-24T15:31:16.388" v="5131" actId="1076"/>
          <ac:picMkLst>
            <pc:docMk/>
            <pc:sldMk cId="3391052695" sldId="271"/>
            <ac:picMk id="5" creationId="{F1F6601C-4F57-41B6-8223-F65E0E6DFF67}"/>
          </ac:picMkLst>
        </pc:picChg>
      </pc:sldChg>
      <pc:sldChg chg="addSp delSp modSp add modTransition">
        <pc:chgData name="" userId="166261206de0b9ad" providerId="LiveId" clId="{5845DA77-F39D-4B7C-B3F6-BF3C8FB7A0CB}" dt="2026-02-25T11:55:30.230" v="7219"/>
        <pc:sldMkLst>
          <pc:docMk/>
          <pc:sldMk cId="2833721951" sldId="272"/>
        </pc:sldMkLst>
        <pc:spChg chg="mod">
          <ac:chgData name="" userId="166261206de0b9ad" providerId="LiveId" clId="{5845DA77-F39D-4B7C-B3F6-BF3C8FB7A0CB}" dt="2026-02-24T15:28:19.773" v="5093" actId="1076"/>
          <ac:spMkLst>
            <pc:docMk/>
            <pc:sldMk cId="2833721951" sldId="272"/>
            <ac:spMk id="2" creationId="{4EFB4F21-5CDD-4D3F-A7B6-A73112C25F42}"/>
          </ac:spMkLst>
        </pc:spChg>
        <pc:spChg chg="del mod">
          <ac:chgData name="" userId="166261206de0b9ad" providerId="LiveId" clId="{5845DA77-F39D-4B7C-B3F6-BF3C8FB7A0CB}" dt="2026-02-24T15:28:44.038" v="5100" actId="478"/>
          <ac:spMkLst>
            <pc:docMk/>
            <pc:sldMk cId="2833721951" sldId="272"/>
            <ac:spMk id="3" creationId="{C6589C5A-FDE0-4FE0-B0E7-EFCE6980D20D}"/>
          </ac:spMkLst>
        </pc:spChg>
        <pc:spChg chg="add del mod">
          <ac:chgData name="" userId="166261206de0b9ad" providerId="LiveId" clId="{5845DA77-F39D-4B7C-B3F6-BF3C8FB7A0CB}" dt="2026-02-25T11:30:37.863" v="7172" actId="20577"/>
          <ac:spMkLst>
            <pc:docMk/>
            <pc:sldMk cId="2833721951" sldId="272"/>
            <ac:spMk id="4" creationId="{AFC76D31-AB9F-473E-93C2-D063F4E2D02F}"/>
          </ac:spMkLst>
        </pc:spChg>
        <pc:spChg chg="add del mod">
          <ac:chgData name="" userId="166261206de0b9ad" providerId="LiveId" clId="{5845DA77-F39D-4B7C-B3F6-BF3C8FB7A0CB}" dt="2026-02-24T17:21:49.316" v="5972"/>
          <ac:spMkLst>
            <pc:docMk/>
            <pc:sldMk cId="2833721951" sldId="272"/>
            <ac:spMk id="7" creationId="{E4EC2822-7BFA-40A1-9799-C536FD82BDC4}"/>
          </ac:spMkLst>
        </pc:spChg>
        <pc:spChg chg="add del mod">
          <ac:chgData name="" userId="166261206de0b9ad" providerId="LiveId" clId="{5845DA77-F39D-4B7C-B3F6-BF3C8FB7A0CB}" dt="2026-02-24T17:26:29.927" v="6052"/>
          <ac:spMkLst>
            <pc:docMk/>
            <pc:sldMk cId="2833721951" sldId="272"/>
            <ac:spMk id="8" creationId="{B748AD99-8DDA-4297-8A19-4920AB7D831F}"/>
          </ac:spMkLst>
        </pc:spChg>
        <pc:picChg chg="add mod">
          <ac:chgData name="" userId="166261206de0b9ad" providerId="LiveId" clId="{5845DA77-F39D-4B7C-B3F6-BF3C8FB7A0CB}" dt="2026-02-24T17:31:36.182" v="6153" actId="14100"/>
          <ac:picMkLst>
            <pc:docMk/>
            <pc:sldMk cId="2833721951" sldId="272"/>
            <ac:picMk id="5" creationId="{CE120069-5279-4297-B3FE-244BF0AC485D}"/>
          </ac:picMkLst>
        </pc:picChg>
        <pc:picChg chg="add del mod">
          <ac:chgData name="" userId="166261206de0b9ad" providerId="LiveId" clId="{5845DA77-F39D-4B7C-B3F6-BF3C8FB7A0CB}" dt="2026-02-24T16:01:03.684" v="5167" actId="478"/>
          <ac:picMkLst>
            <pc:docMk/>
            <pc:sldMk cId="2833721951" sldId="272"/>
            <ac:picMk id="6" creationId="{C9C73D8A-3649-4C81-ABC2-22A160C61135}"/>
          </ac:picMkLst>
        </pc:picChg>
      </pc:sldChg>
      <pc:sldChg chg="addSp delSp modSp add modTransition">
        <pc:chgData name="" userId="166261206de0b9ad" providerId="LiveId" clId="{5845DA77-F39D-4B7C-B3F6-BF3C8FB7A0CB}" dt="2026-02-25T12:00:26.134" v="7280"/>
        <pc:sldMkLst>
          <pc:docMk/>
          <pc:sldMk cId="2622322547" sldId="273"/>
        </pc:sldMkLst>
        <pc:spChg chg="del">
          <ac:chgData name="" userId="166261206de0b9ad" providerId="LiveId" clId="{5845DA77-F39D-4B7C-B3F6-BF3C8FB7A0CB}" dt="2026-02-24T16:11:11.396" v="5170" actId="478"/>
          <ac:spMkLst>
            <pc:docMk/>
            <pc:sldMk cId="2622322547" sldId="273"/>
            <ac:spMk id="2" creationId="{4FB9C0E7-BB16-4BA8-A21A-C483DCA32A98}"/>
          </ac:spMkLst>
        </pc:spChg>
        <pc:spChg chg="del">
          <ac:chgData name="" userId="166261206de0b9ad" providerId="LiveId" clId="{5845DA77-F39D-4B7C-B3F6-BF3C8FB7A0CB}" dt="2026-02-24T16:11:18.319" v="5172" actId="478"/>
          <ac:spMkLst>
            <pc:docMk/>
            <pc:sldMk cId="2622322547" sldId="273"/>
            <ac:spMk id="3" creationId="{B333988A-715F-406B-8737-9410AD70042F}"/>
          </ac:spMkLst>
        </pc:spChg>
        <pc:spChg chg="mod">
          <ac:chgData name="" userId="166261206de0b9ad" providerId="LiveId" clId="{5845DA77-F39D-4B7C-B3F6-BF3C8FB7A0CB}" dt="2026-02-24T17:03:49.114" v="5671" actId="20577"/>
          <ac:spMkLst>
            <pc:docMk/>
            <pc:sldMk cId="2622322547" sldId="273"/>
            <ac:spMk id="4" creationId="{442C8DBE-D52F-4E48-B838-36B86A45E069}"/>
          </ac:spMkLst>
        </pc:spChg>
        <pc:spChg chg="add del mod">
          <ac:chgData name="" userId="166261206de0b9ad" providerId="LiveId" clId="{5845DA77-F39D-4B7C-B3F6-BF3C8FB7A0CB}" dt="2026-02-24T16:24:28.732" v="5239" actId="478"/>
          <ac:spMkLst>
            <pc:docMk/>
            <pc:sldMk cId="2622322547" sldId="273"/>
            <ac:spMk id="7" creationId="{D6C4D331-DF5E-45BC-90D3-92665D411341}"/>
          </ac:spMkLst>
        </pc:spChg>
        <pc:spChg chg="add mod">
          <ac:chgData name="" userId="166261206de0b9ad" providerId="LiveId" clId="{5845DA77-F39D-4B7C-B3F6-BF3C8FB7A0CB}" dt="2026-02-24T16:24:02.858" v="5236"/>
          <ac:spMkLst>
            <pc:docMk/>
            <pc:sldMk cId="2622322547" sldId="273"/>
            <ac:spMk id="8" creationId="{85CCD000-45CF-4C5B-A64D-6C3F1313AEFB}"/>
          </ac:spMkLst>
        </pc:spChg>
        <pc:spChg chg="add del mod">
          <ac:chgData name="" userId="166261206de0b9ad" providerId="LiveId" clId="{5845DA77-F39D-4B7C-B3F6-BF3C8FB7A0CB}" dt="2026-02-24T16:24:34.094" v="5240" actId="478"/>
          <ac:spMkLst>
            <pc:docMk/>
            <pc:sldMk cId="2622322547" sldId="273"/>
            <ac:spMk id="10" creationId="{B8AD359A-AC28-4743-A5D0-B6EE52BD00FC}"/>
          </ac:spMkLst>
        </pc:spChg>
        <pc:picChg chg="add mod">
          <ac:chgData name="" userId="166261206de0b9ad" providerId="LiveId" clId="{5845DA77-F39D-4B7C-B3F6-BF3C8FB7A0CB}" dt="2026-02-24T16:27:54.584" v="5382" actId="1076"/>
          <ac:picMkLst>
            <pc:docMk/>
            <pc:sldMk cId="2622322547" sldId="273"/>
            <ac:picMk id="6" creationId="{0A475B74-1A1F-4162-B044-15BF3C062F76}"/>
          </ac:picMkLst>
        </pc:picChg>
        <pc:picChg chg="add mod">
          <ac:chgData name="" userId="166261206de0b9ad" providerId="LiveId" clId="{5845DA77-F39D-4B7C-B3F6-BF3C8FB7A0CB}" dt="2026-02-24T16:48:54.606" v="5618" actId="14100"/>
          <ac:picMkLst>
            <pc:docMk/>
            <pc:sldMk cId="2622322547" sldId="273"/>
            <ac:picMk id="11" creationId="{86193908-35A4-4AD7-B8C5-0C2BD1460E8D}"/>
          </ac:picMkLst>
        </pc:picChg>
      </pc:sldChg>
      <pc:sldChg chg="addSp delSp modSp add modTransition">
        <pc:chgData name="" userId="166261206de0b9ad" providerId="LiveId" clId="{5845DA77-F39D-4B7C-B3F6-BF3C8FB7A0CB}" dt="2026-02-25T11:55:39.313" v="7220"/>
        <pc:sldMkLst>
          <pc:docMk/>
          <pc:sldMk cId="3151092362" sldId="274"/>
        </pc:sldMkLst>
        <pc:spChg chg="del">
          <ac:chgData name="" userId="166261206de0b9ad" providerId="LiveId" clId="{5845DA77-F39D-4B7C-B3F6-BF3C8FB7A0CB}" dt="2026-02-24T16:49:52.575" v="5619"/>
          <ac:spMkLst>
            <pc:docMk/>
            <pc:sldMk cId="3151092362" sldId="274"/>
            <ac:spMk id="2" creationId="{A3B00441-384D-4ED5-8D1E-26F29AB00332}"/>
          </ac:spMkLst>
        </pc:spChg>
        <pc:spChg chg="del">
          <ac:chgData name="" userId="166261206de0b9ad" providerId="LiveId" clId="{5845DA77-F39D-4B7C-B3F6-BF3C8FB7A0CB}" dt="2026-02-24T16:49:52.575" v="5619"/>
          <ac:spMkLst>
            <pc:docMk/>
            <pc:sldMk cId="3151092362" sldId="274"/>
            <ac:spMk id="3" creationId="{8FDCF636-AB69-44CC-B07C-62642D807289}"/>
          </ac:spMkLst>
        </pc:spChg>
        <pc:spChg chg="del">
          <ac:chgData name="" userId="166261206de0b9ad" providerId="LiveId" clId="{5845DA77-F39D-4B7C-B3F6-BF3C8FB7A0CB}" dt="2026-02-24T16:49:52.575" v="5619"/>
          <ac:spMkLst>
            <pc:docMk/>
            <pc:sldMk cId="3151092362" sldId="274"/>
            <ac:spMk id="4" creationId="{6BCE46F6-7460-4E92-9582-0D4B49BCD957}"/>
          </ac:spMkLst>
        </pc:spChg>
        <pc:spChg chg="add mod">
          <ac:chgData name="" userId="166261206de0b9ad" providerId="LiveId" clId="{5845DA77-F39D-4B7C-B3F6-BF3C8FB7A0CB}" dt="2026-02-25T10:57:19.439" v="6783" actId="20577"/>
          <ac:spMkLst>
            <pc:docMk/>
            <pc:sldMk cId="3151092362" sldId="274"/>
            <ac:spMk id="5" creationId="{1535D168-2090-4D42-A373-4BF53D431075}"/>
          </ac:spMkLst>
        </pc:spChg>
        <pc:spChg chg="add mod">
          <ac:chgData name="" userId="166261206de0b9ad" providerId="LiveId" clId="{5845DA77-F39D-4B7C-B3F6-BF3C8FB7A0CB}" dt="2026-02-25T11:07:12.006" v="7034" actId="20577"/>
          <ac:spMkLst>
            <pc:docMk/>
            <pc:sldMk cId="3151092362" sldId="274"/>
            <ac:spMk id="6" creationId="{C577F13A-5594-4703-B0C3-4AAF848FD172}"/>
          </ac:spMkLst>
        </pc:spChg>
        <pc:picChg chg="add mod">
          <ac:chgData name="" userId="166261206de0b9ad" providerId="LiveId" clId="{5845DA77-F39D-4B7C-B3F6-BF3C8FB7A0CB}" dt="2026-02-24T23:17:33.319" v="6295" actId="1076"/>
          <ac:picMkLst>
            <pc:docMk/>
            <pc:sldMk cId="3151092362" sldId="274"/>
            <ac:picMk id="8" creationId="{44A307E8-6C6D-41BC-92B5-03DAD44608AE}"/>
          </ac:picMkLst>
        </pc:picChg>
      </pc:sldChg>
      <pc:sldChg chg="modSp add modTransition">
        <pc:chgData name="" userId="166261206de0b9ad" providerId="LiveId" clId="{5845DA77-F39D-4B7C-B3F6-BF3C8FB7A0CB}" dt="2026-02-25T11:56:17.225" v="7226"/>
        <pc:sldMkLst>
          <pc:docMk/>
          <pc:sldMk cId="481684464" sldId="275"/>
        </pc:sldMkLst>
        <pc:spChg chg="mod">
          <ac:chgData name="" userId="166261206de0b9ad" providerId="LiveId" clId="{5845DA77-F39D-4B7C-B3F6-BF3C8FB7A0CB}" dt="2026-02-24T17:07:10.836" v="5801" actId="403"/>
          <ac:spMkLst>
            <pc:docMk/>
            <pc:sldMk cId="481684464" sldId="275"/>
            <ac:spMk id="2" creationId="{3F1249C2-E76A-4F3A-9152-3E30C94B2C38}"/>
          </ac:spMkLst>
        </pc:spChg>
        <pc:spChg chg="mod">
          <ac:chgData name="" userId="166261206de0b9ad" providerId="LiveId" clId="{5845DA77-F39D-4B7C-B3F6-BF3C8FB7A0CB}" dt="2026-02-25T11:13:02.956" v="7051" actId="2710"/>
          <ac:spMkLst>
            <pc:docMk/>
            <pc:sldMk cId="481684464" sldId="275"/>
            <ac:spMk id="3" creationId="{531DB0F3-311D-410C-8AAE-9570A8580BB3}"/>
          </ac:spMkLst>
        </pc:spChg>
      </pc:sldChg>
      <pc:sldChg chg="addSp delSp modSp add ord modTransition modAnim">
        <pc:chgData name="" userId="166261206de0b9ad" providerId="LiveId" clId="{5845DA77-F39D-4B7C-B3F6-BF3C8FB7A0CB}" dt="2026-02-25T11:51:09.116" v="7201"/>
        <pc:sldMkLst>
          <pc:docMk/>
          <pc:sldMk cId="2204989587" sldId="276"/>
        </pc:sldMkLst>
        <pc:spChg chg="del">
          <ac:chgData name="" userId="166261206de0b9ad" providerId="LiveId" clId="{5845DA77-F39D-4B7C-B3F6-BF3C8FB7A0CB}" dt="2026-02-25T11:15:16.675" v="7060"/>
          <ac:spMkLst>
            <pc:docMk/>
            <pc:sldMk cId="2204989587" sldId="276"/>
            <ac:spMk id="2" creationId="{78A2A8C7-C646-478F-A06F-3433CA8E3AFF}"/>
          </ac:spMkLst>
        </pc:spChg>
        <pc:spChg chg="del">
          <ac:chgData name="" userId="166261206de0b9ad" providerId="LiveId" clId="{5845DA77-F39D-4B7C-B3F6-BF3C8FB7A0CB}" dt="2026-02-25T11:15:16.675" v="7060"/>
          <ac:spMkLst>
            <pc:docMk/>
            <pc:sldMk cId="2204989587" sldId="276"/>
            <ac:spMk id="3" creationId="{ED6B1BC0-C0A7-4F7C-A4FA-FBBC4F257FC6}"/>
          </ac:spMkLst>
        </pc:spChg>
        <pc:spChg chg="del">
          <ac:chgData name="" userId="166261206de0b9ad" providerId="LiveId" clId="{5845DA77-F39D-4B7C-B3F6-BF3C8FB7A0CB}" dt="2026-02-25T11:15:16.675" v="7060"/>
          <ac:spMkLst>
            <pc:docMk/>
            <pc:sldMk cId="2204989587" sldId="276"/>
            <ac:spMk id="4" creationId="{AE6EA96A-4F1D-4D3F-87B8-890BEAFF7FBE}"/>
          </ac:spMkLst>
        </pc:spChg>
        <pc:spChg chg="add del mod">
          <ac:chgData name="" userId="166261206de0b9ad" providerId="LiveId" clId="{5845DA77-F39D-4B7C-B3F6-BF3C8FB7A0CB}" dt="2026-02-25T11:15:23.301" v="7062" actId="478"/>
          <ac:spMkLst>
            <pc:docMk/>
            <pc:sldMk cId="2204989587" sldId="276"/>
            <ac:spMk id="5" creationId="{0EFC5855-ED95-475C-86BA-FA8A1A84958E}"/>
          </ac:spMkLst>
        </pc:spChg>
        <pc:spChg chg="add mod">
          <ac:chgData name="" userId="166261206de0b9ad" providerId="LiveId" clId="{5845DA77-F39D-4B7C-B3F6-BF3C8FB7A0CB}" dt="2026-02-25T11:30:11.612" v="7170" actId="2710"/>
          <ac:spMkLst>
            <pc:docMk/>
            <pc:sldMk cId="2204989587" sldId="276"/>
            <ac:spMk id="6" creationId="{3C183098-3696-47F4-A6BD-6EEE6416418D}"/>
          </ac:spMkLst>
        </pc:spChg>
      </pc:sldChg>
      <pc:sldChg chg="addSp delSp modSp add del">
        <pc:chgData name="" userId="166261206de0b9ad" providerId="LiveId" clId="{5845DA77-F39D-4B7C-B3F6-BF3C8FB7A0CB}" dt="2026-02-25T11:11:42.266" v="7043" actId="2696"/>
        <pc:sldMkLst>
          <pc:docMk/>
          <pc:sldMk cId="2354655889" sldId="276"/>
        </pc:sldMkLst>
        <pc:spChg chg="del mod">
          <ac:chgData name="" userId="166261206de0b9ad" providerId="LiveId" clId="{5845DA77-F39D-4B7C-B3F6-BF3C8FB7A0CB}" dt="2026-02-25T11:08:41.726" v="7037" actId="478"/>
          <ac:spMkLst>
            <pc:docMk/>
            <pc:sldMk cId="2354655889" sldId="276"/>
            <ac:spMk id="2" creationId="{D9582C0C-B080-469C-8081-3118ECDF7879}"/>
          </ac:spMkLst>
        </pc:spChg>
        <pc:spChg chg="del mod">
          <ac:chgData name="" userId="166261206de0b9ad" providerId="LiveId" clId="{5845DA77-F39D-4B7C-B3F6-BF3C8FB7A0CB}" dt="2026-02-25T11:09:04.818" v="7039" actId="3680"/>
          <ac:spMkLst>
            <pc:docMk/>
            <pc:sldMk cId="2354655889" sldId="276"/>
            <ac:spMk id="3" creationId="{E086BE56-B94E-4A39-823B-B84C9B6E5338}"/>
          </ac:spMkLst>
        </pc:spChg>
        <pc:spChg chg="add del mod">
          <ac:chgData name="" userId="166261206de0b9ad" providerId="LiveId" clId="{5845DA77-F39D-4B7C-B3F6-BF3C8FB7A0CB}" dt="2026-02-25T11:09:32.715" v="7041" actId="3680"/>
          <ac:spMkLst>
            <pc:docMk/>
            <pc:sldMk cId="2354655889" sldId="276"/>
            <ac:spMk id="6" creationId="{AA7009D4-6F49-4E42-AC48-B5928A606770}"/>
          </ac:spMkLst>
        </pc:spChg>
        <pc:spChg chg="add mod">
          <ac:chgData name="" userId="166261206de0b9ad" providerId="LiveId" clId="{5845DA77-F39D-4B7C-B3F6-BF3C8FB7A0CB}" dt="2026-02-25T11:11:36.705" v="7042" actId="478"/>
          <ac:spMkLst>
            <pc:docMk/>
            <pc:sldMk cId="2354655889" sldId="276"/>
            <ac:spMk id="9" creationId="{654A1869-50EA-4A66-8389-D86F4AAAC847}"/>
          </ac:spMkLst>
        </pc:spChg>
        <pc:graphicFrameChg chg="add del mod">
          <ac:chgData name="" userId="166261206de0b9ad" providerId="LiveId" clId="{5845DA77-F39D-4B7C-B3F6-BF3C8FB7A0CB}" dt="2026-02-25T11:09:21.615" v="7040" actId="478"/>
          <ac:graphicFrameMkLst>
            <pc:docMk/>
            <pc:sldMk cId="2354655889" sldId="276"/>
            <ac:graphicFrameMk id="4" creationId="{15CD7A63-1FC7-49C4-8DA2-11E9EA571922}"/>
          </ac:graphicFrameMkLst>
        </pc:graphicFrameChg>
        <pc:graphicFrameChg chg="add del mod">
          <ac:chgData name="" userId="166261206de0b9ad" providerId="LiveId" clId="{5845DA77-F39D-4B7C-B3F6-BF3C8FB7A0CB}" dt="2026-02-25T11:11:36.705" v="7042" actId="478"/>
          <ac:graphicFrameMkLst>
            <pc:docMk/>
            <pc:sldMk cId="2354655889" sldId="276"/>
            <ac:graphicFrameMk id="7" creationId="{D533C61A-AD3C-45CF-8538-4049AC90FC80}"/>
          </ac:graphicFrameMkLst>
        </pc:graphicFrameChg>
      </pc:sldChg>
      <pc:sldChg chg="delSp modSp add modTransition">
        <pc:chgData name="" userId="166261206de0b9ad" providerId="LiveId" clId="{5845DA77-F39D-4B7C-B3F6-BF3C8FB7A0CB}" dt="2026-02-25T11:58:58.593" v="7279" actId="14100"/>
        <pc:sldMkLst>
          <pc:docMk/>
          <pc:sldMk cId="4117747601" sldId="277"/>
        </pc:sldMkLst>
        <pc:spChg chg="del">
          <ac:chgData name="" userId="166261206de0b9ad" providerId="LiveId" clId="{5845DA77-F39D-4B7C-B3F6-BF3C8FB7A0CB}" dt="2026-02-25T11:56:27.434" v="7228" actId="478"/>
          <ac:spMkLst>
            <pc:docMk/>
            <pc:sldMk cId="4117747601" sldId="277"/>
            <ac:spMk id="2" creationId="{1023350B-7B87-4F54-8771-82910E9AD282}"/>
          </ac:spMkLst>
        </pc:spChg>
        <pc:spChg chg="mod">
          <ac:chgData name="" userId="166261206de0b9ad" providerId="LiveId" clId="{5845DA77-F39D-4B7C-B3F6-BF3C8FB7A0CB}" dt="2026-02-25T11:58:58.593" v="7279" actId="14100"/>
          <ac:spMkLst>
            <pc:docMk/>
            <pc:sldMk cId="4117747601" sldId="277"/>
            <ac:spMk id="3" creationId="{1C179E5A-AFB6-492E-A39E-BEFBAB6C5A0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SN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0D93A-C2BD-4CB3-805B-B6BB215FCEAD}" type="datetimeFigureOut">
              <a:rPr lang="fr-SN" smtClean="0"/>
              <a:t>25/02/2026</a:t>
            </a:fld>
            <a:endParaRPr lang="fr-SN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SN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SN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SN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2A6AF3-A2F7-49EF-AA63-2FB1267C8F54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4257301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SN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2A6AF3-A2F7-49EF-AA63-2FB1267C8F54}" type="slidenum">
              <a:rPr lang="fr-SN" smtClean="0"/>
              <a:t>1</a:t>
            </a:fld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36562645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6070C39-6B38-4936-80BB-969EEA197668}" type="datetimeFigureOut">
              <a:rPr lang="fr-SN" smtClean="0"/>
              <a:t>25/02/2026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BDF28A3-0E0B-4F27-BF52-25032548395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84500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0C39-6B38-4936-80BB-969EEA197668}" type="datetimeFigureOut">
              <a:rPr lang="fr-SN" smtClean="0"/>
              <a:t>25/02/2026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F28A3-0E0B-4F27-BF52-25032548395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4036917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0C39-6B38-4936-80BB-969EEA197668}" type="datetimeFigureOut">
              <a:rPr lang="fr-SN" smtClean="0"/>
              <a:t>25/02/2026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F28A3-0E0B-4F27-BF52-25032548395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725531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0C39-6B38-4936-80BB-969EEA197668}" type="datetimeFigureOut">
              <a:rPr lang="fr-SN" smtClean="0"/>
              <a:t>25/02/2026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F28A3-0E0B-4F27-BF52-25032548395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237567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0C39-6B38-4936-80BB-969EEA197668}" type="datetimeFigureOut">
              <a:rPr lang="fr-SN" smtClean="0"/>
              <a:t>25/02/2026</a:t>
            </a:fld>
            <a:endParaRPr lang="fr-S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F28A3-0E0B-4F27-BF52-25032548395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490391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0C39-6B38-4936-80BB-969EEA197668}" type="datetimeFigureOut">
              <a:rPr lang="fr-SN" smtClean="0"/>
              <a:t>25/02/2026</a:t>
            </a:fld>
            <a:endParaRPr lang="fr-S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F28A3-0E0B-4F27-BF52-25032548395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4129631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0C39-6B38-4936-80BB-969EEA197668}" type="datetimeFigureOut">
              <a:rPr lang="fr-SN" smtClean="0"/>
              <a:t>25/02/2026</a:t>
            </a:fld>
            <a:endParaRPr lang="fr-S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F28A3-0E0B-4F27-BF52-25032548395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2226577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0C39-6B38-4936-80BB-969EEA197668}" type="datetimeFigureOut">
              <a:rPr lang="fr-SN" smtClean="0"/>
              <a:t>25/02/2026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F28A3-0E0B-4F27-BF52-25032548395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531284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0C39-6B38-4936-80BB-969EEA197668}" type="datetimeFigureOut">
              <a:rPr lang="fr-SN" smtClean="0"/>
              <a:t>25/02/2026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F28A3-0E0B-4F27-BF52-25032548395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3291808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0C39-6B38-4936-80BB-969EEA197668}" type="datetimeFigureOut">
              <a:rPr lang="fr-SN" smtClean="0"/>
              <a:t>25/02/2026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F28A3-0E0B-4F27-BF52-25032548395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574198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0C39-6B38-4936-80BB-969EEA197668}" type="datetimeFigureOut">
              <a:rPr lang="fr-SN" smtClean="0"/>
              <a:t>25/02/2026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F28A3-0E0B-4F27-BF52-25032548395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7178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0C39-6B38-4936-80BB-969EEA197668}" type="datetimeFigureOut">
              <a:rPr lang="fr-SN" smtClean="0"/>
              <a:t>25/02/2026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F28A3-0E0B-4F27-BF52-250325483952}" type="slidenum">
              <a:rPr lang="fr-SN" smtClean="0"/>
              <a:t>‹N°›</a:t>
            </a:fld>
            <a:endParaRPr lang="fr-SN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178595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0C39-6B38-4936-80BB-969EEA197668}" type="datetimeFigureOut">
              <a:rPr lang="fr-SN" smtClean="0"/>
              <a:t>25/02/2026</a:t>
            </a:fld>
            <a:endParaRPr lang="fr-S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F28A3-0E0B-4F27-BF52-25032548395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7443294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0C39-6B38-4936-80BB-969EEA197668}" type="datetimeFigureOut">
              <a:rPr lang="fr-SN" smtClean="0"/>
              <a:t>25/02/2026</a:t>
            </a:fld>
            <a:endParaRPr lang="fr-S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F28A3-0E0B-4F27-BF52-25032548395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7895150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0C39-6B38-4936-80BB-969EEA197668}" type="datetimeFigureOut">
              <a:rPr lang="fr-SN" smtClean="0"/>
              <a:t>25/02/2026</a:t>
            </a:fld>
            <a:endParaRPr lang="fr-S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F28A3-0E0B-4F27-BF52-25032548395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31491260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0C39-6B38-4936-80BB-969EEA197668}" type="datetimeFigureOut">
              <a:rPr lang="fr-SN" smtClean="0"/>
              <a:t>25/02/2026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F28A3-0E0B-4F27-BF52-25032548395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54824896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070C39-6B38-4936-80BB-969EEA197668}" type="datetimeFigureOut">
              <a:rPr lang="fr-SN" smtClean="0"/>
              <a:t>25/02/2026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F28A3-0E0B-4F27-BF52-25032548395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693557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70C39-6B38-4936-80BB-969EEA197668}" type="datetimeFigureOut">
              <a:rPr lang="fr-SN" smtClean="0"/>
              <a:t>25/02/2026</a:t>
            </a:fld>
            <a:endParaRPr lang="fr-S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S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DF28A3-0E0B-4F27-BF52-250325483952}" type="slidenum">
              <a:rPr lang="fr-SN" smtClean="0"/>
              <a:t>‹N°›</a:t>
            </a:fld>
            <a:endParaRPr lang="fr-SN"/>
          </a:p>
        </p:txBody>
      </p:sp>
    </p:spTree>
    <p:extLst>
      <p:ext uri="{BB962C8B-B14F-4D97-AF65-F5344CB8AC3E}">
        <p14:creationId xmlns:p14="http://schemas.microsoft.com/office/powerpoint/2010/main" val="10262477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0F7CF19-6A78-4C0D-9E2C-449DA2278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486" y="506867"/>
            <a:ext cx="10406743" cy="2922133"/>
          </a:xfrm>
        </p:spPr>
        <p:txBody>
          <a:bodyPr>
            <a:normAutofit/>
          </a:bodyPr>
          <a:lstStyle/>
          <a:p>
            <a:pPr algn="ctr"/>
            <a:r>
              <a:rPr lang="fr-FR" sz="49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D’ENTREPRISE SECURISEE MULTI-VLAN (SWITCH L3)</a:t>
            </a:r>
            <a:endParaRPr lang="fr-SN" sz="49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E8901F-750D-4037-AEBD-6962E6581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690257"/>
            <a:ext cx="10515600" cy="2486705"/>
          </a:xfrm>
        </p:spPr>
        <p:txBody>
          <a:bodyPr/>
          <a:lstStyle/>
          <a:p>
            <a:pPr marL="0" indent="0" algn="ctr">
              <a:buNone/>
            </a:pPr>
            <a:r>
              <a:rPr lang="fr-FR" sz="44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Thème : Routage Inter-VLAN sur un Commutateur de Couche 3</a:t>
            </a:r>
            <a:endParaRPr lang="fr-SN" sz="4400" b="1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2713962140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C183098-3696-47F4-A6BD-6EEE64164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707571"/>
            <a:ext cx="9905999" cy="5083630"/>
          </a:xfrm>
        </p:spPr>
        <p:txBody>
          <a:bodyPr/>
          <a:lstStyle/>
          <a:p>
            <a:pPr marL="0" indent="0">
              <a:buNone/>
            </a:pPr>
            <a:endParaRPr lang="fr-SN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fr-SN" sz="3200" dirty="0"/>
              <a:t>Présentés par :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SN" sz="3200" dirty="0"/>
              <a:t>MOUSSA DIAKHATE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SN" sz="3200" dirty="0"/>
              <a:t>NDEYE BOUGOUMAR SALL DIOP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SN" sz="3200" dirty="0"/>
              <a:t>FATOUMATA DIABY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fr-SN" sz="3200" dirty="0"/>
              <a:t>YASSINE NDAO</a:t>
            </a:r>
          </a:p>
        </p:txBody>
      </p:sp>
    </p:spTree>
    <p:extLst>
      <p:ext uri="{BB962C8B-B14F-4D97-AF65-F5344CB8AC3E}">
        <p14:creationId xmlns:p14="http://schemas.microsoft.com/office/powerpoint/2010/main" val="22049895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C97A05A6-459A-4A38-AD72-EF3AACEE4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1486" y="163286"/>
            <a:ext cx="9666514" cy="6618514"/>
          </a:xfrm>
        </p:spPr>
        <p:txBody>
          <a:bodyPr>
            <a:noAutofit/>
          </a:bodyPr>
          <a:lstStyle/>
          <a:p>
            <a:r>
              <a:rPr lang="fr-FR" sz="1600" b="1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                    PLAN A SUIVRE </a:t>
            </a:r>
          </a:p>
          <a:p>
            <a:pPr marL="358775" indent="-358775">
              <a:buFont typeface="+mj-lt"/>
              <a:buAutoNum type="romanUcPeriod"/>
            </a:pPr>
            <a:r>
              <a:rPr lang="fr-FR" sz="1600" b="1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ARCHITECTURE DU RESEAU</a:t>
            </a:r>
          </a:p>
          <a:p>
            <a:pPr marL="358775" indent="273050">
              <a:lnSpc>
                <a:spcPct val="100000"/>
              </a:lnSpc>
              <a:buAutoNum type="arabicPeriod"/>
            </a:pPr>
            <a:r>
              <a:rPr lang="fr-FR" sz="1600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Description de la topologie</a:t>
            </a:r>
          </a:p>
          <a:p>
            <a:pPr marL="358775" indent="273050">
              <a:lnSpc>
                <a:spcPct val="100000"/>
              </a:lnSpc>
              <a:buAutoNum type="arabicPeriod"/>
            </a:pPr>
            <a:r>
              <a:rPr lang="fr-FR" sz="1600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Justification de la topologie</a:t>
            </a:r>
          </a:p>
          <a:p>
            <a:pPr marL="358775">
              <a:lnSpc>
                <a:spcPct val="100000"/>
              </a:lnSpc>
            </a:pPr>
            <a:endParaRPr lang="fr-FR" sz="1600" cap="none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46088" indent="-446088">
              <a:lnSpc>
                <a:spcPct val="100000"/>
              </a:lnSpc>
              <a:buFont typeface="+mj-lt"/>
              <a:buAutoNum type="romanUcPeriod" startAt="2"/>
            </a:pPr>
            <a:r>
              <a:rPr lang="fr-S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CREATION ET CONFIGURATION DES VLAN au niveau des </a:t>
            </a:r>
            <a:r>
              <a:rPr lang="fr-SN" sz="1600" b="1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switchs</a:t>
            </a:r>
            <a:r>
              <a:rPr lang="fr-S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l2</a:t>
            </a:r>
            <a:endParaRPr lang="fr-FR" sz="1600" b="1" cap="none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92175" indent="-358775">
              <a:buFont typeface="+mj-lt"/>
              <a:buAutoNum type="arabicPeriod"/>
            </a:pPr>
            <a:r>
              <a:rPr lang="fr-FR" sz="1600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Rôles des </a:t>
            </a:r>
            <a:r>
              <a:rPr lang="fr-FR" sz="1600" cap="non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Switchs</a:t>
            </a:r>
            <a:r>
              <a:rPr lang="fr-FR" sz="1600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L2</a:t>
            </a:r>
          </a:p>
          <a:p>
            <a:pPr marL="892175" indent="-358775">
              <a:buFont typeface="+mj-lt"/>
              <a:buAutoNum type="arabicPeriod"/>
            </a:pPr>
            <a:r>
              <a:rPr lang="fr-FR" sz="1600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Créations des VLANs</a:t>
            </a:r>
          </a:p>
          <a:p>
            <a:pPr marL="892175" indent="-358775">
              <a:lnSpc>
                <a:spcPct val="100000"/>
              </a:lnSpc>
            </a:pPr>
            <a:r>
              <a:rPr lang="fr-FR" sz="1600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3. Configuration des ports Access pour les </a:t>
            </a:r>
            <a:r>
              <a:rPr lang="fr-FR" sz="1600" cap="non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PCs</a:t>
            </a:r>
            <a:r>
              <a:rPr lang="fr-FR" sz="1600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et des liaisons </a:t>
            </a:r>
            <a:r>
              <a:rPr lang="fr-FR" sz="1600" cap="non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Trunk</a:t>
            </a:r>
            <a:r>
              <a:rPr lang="fr-FR" sz="1600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entre les </a:t>
            </a:r>
            <a:r>
              <a:rPr lang="fr-FR" sz="1600" cap="none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switchs</a:t>
            </a:r>
            <a:r>
              <a:rPr lang="fr-FR" sz="1600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892175" indent="-358775">
              <a:lnSpc>
                <a:spcPct val="100000"/>
              </a:lnSpc>
            </a:pPr>
            <a:endParaRPr lang="fr-FR" sz="1600" cap="none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00050" indent="-400050">
              <a:buFont typeface="+mj-lt"/>
              <a:buAutoNum type="romanUcPeriod" startAt="3"/>
            </a:pPr>
            <a:r>
              <a:rPr lang="fr-FR" sz="1600" b="1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 ACTIVATION DU ROUTAGE IP ET CREATION DES INTERFACES VIRTUELLES (SVI) POUR CHAQUE VLAN SUR LE SWITCH L3</a:t>
            </a:r>
          </a:p>
          <a:p>
            <a:pPr marL="892175" indent="-358775">
              <a:buFont typeface="+mj-lt"/>
              <a:buAutoNum type="romanUcPeriod"/>
            </a:pPr>
            <a:r>
              <a:rPr lang="fr-FR" sz="1600" b="1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Création des interfaces virtuelles (SVI) pour chaque VLAN sur le switch L3</a:t>
            </a:r>
            <a:endParaRPr lang="fr-FR" sz="1600" cap="none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92175" indent="-358775">
              <a:buFont typeface="+mj-lt"/>
              <a:buAutoNum type="romanUcPeriod"/>
            </a:pPr>
            <a:r>
              <a:rPr lang="fr-FR" sz="1600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Activation du routage IP sur le switch L3</a:t>
            </a:r>
          </a:p>
          <a:p>
            <a:pPr marL="400050" indent="-400050">
              <a:buFont typeface="+mj-lt"/>
              <a:buAutoNum type="romanUcPeriod" startAt="4"/>
            </a:pPr>
            <a:r>
              <a:rPr lang="fr-FR" sz="1600" b="1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SECURISATION DE L’ACCES VIA SSH</a:t>
            </a:r>
          </a:p>
          <a:p>
            <a:pPr marL="400050" indent="-400050">
              <a:buFont typeface="+mj-lt"/>
              <a:buAutoNum type="romanUcPeriod" startAt="4"/>
            </a:pPr>
            <a:r>
              <a:rPr lang="fr-FR" sz="1600" b="1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TEST DE LA COMMUNICATION </a:t>
            </a:r>
          </a:p>
          <a:p>
            <a:r>
              <a:rPr lang="fr-FR" sz="1600" b="1" cap="none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CONCLUSION </a:t>
            </a:r>
          </a:p>
          <a:p>
            <a:pPr marL="400050" indent="-400050">
              <a:buFont typeface="+mj-lt"/>
              <a:buAutoNum type="romanUcPeriod" startAt="4"/>
            </a:pPr>
            <a:endParaRPr lang="fr-FR" sz="1600" b="1" cap="none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SN" sz="1600" cap="none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5905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870968-7BDA-4743-8C25-E4D16065C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SN" sz="8000" b="1" dirty="0"/>
              <a:t>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C4039C4-5313-4472-8DEF-8CE06BDC4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87313">
              <a:buNone/>
            </a:pPr>
            <a:r>
              <a:rPr lang="fr-FR" dirty="0"/>
              <a:t>Une entreprise décide de mettre en place un réseau performant, segmenté et sécurisé afin d’améliorer la disponibilité des services, la sécurité des données et les performances globales du système d’information.</a:t>
            </a:r>
            <a:endParaRPr lang="fr-SN" dirty="0"/>
          </a:p>
          <a:p>
            <a:pPr marL="0" indent="87313">
              <a:buNone/>
            </a:pPr>
            <a:r>
              <a:rPr lang="fr-SN" dirty="0"/>
              <a:t> Ce projet a pour objectif de segmenter les différents services de l’entreprise en VLAN, d’assurer le routage inter-VLAN a l’aide d’un switch L3 et de renforcer la sécurité de l’accès à l’infrastructure réseau grâce au protocole SSH.</a:t>
            </a:r>
          </a:p>
          <a:p>
            <a:pPr marL="0" indent="0">
              <a:buNone/>
            </a:pPr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1706179804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8AF74C9-8939-41A1-8DC5-57E6F0C9C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"/>
            <a:ext cx="9905998" cy="1306284"/>
          </a:xfrm>
        </p:spPr>
        <p:txBody>
          <a:bodyPr>
            <a:noAutofit/>
          </a:bodyPr>
          <a:lstStyle/>
          <a:p>
            <a:pPr marL="990600" indent="-457200" algn="ctr">
              <a:buFont typeface="+mj-lt"/>
              <a:buAutoNum type="romanUcPeriod"/>
            </a:pPr>
            <a:r>
              <a:rPr lang="fr-SN" b="1" dirty="0"/>
              <a:t>ARCHITECTURE DU RESEAU</a:t>
            </a:r>
            <a:br>
              <a:rPr lang="fr-SN" b="1" dirty="0"/>
            </a:br>
            <a:endParaRPr lang="fr-SN" b="1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50D7C21-A384-4C5C-A187-486FC120F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88571"/>
            <a:ext cx="9905999" cy="47026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Description de la </a:t>
            </a:r>
            <a:r>
              <a:rPr lang="en-US" sz="3200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topologie</a:t>
            </a:r>
            <a:endParaRPr lang="en-US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44500" indent="-173038">
              <a:lnSpc>
                <a:spcPct val="110000"/>
              </a:lnSpc>
              <a:buNone/>
            </a:pPr>
            <a:r>
              <a:rPr lang="en-US" dirty="0" err="1"/>
              <a:t>L’architecture</a:t>
            </a:r>
            <a:r>
              <a:rPr lang="en-US" dirty="0"/>
              <a:t> mise </a:t>
            </a:r>
            <a:r>
              <a:rPr lang="en-US" dirty="0" err="1"/>
              <a:t>en</a:t>
            </a:r>
            <a:r>
              <a:rPr lang="en-US" dirty="0"/>
              <a:t> place repose sur les </a:t>
            </a:r>
            <a:r>
              <a:rPr lang="en-US" dirty="0" err="1"/>
              <a:t>éléments</a:t>
            </a:r>
            <a:r>
              <a:rPr lang="en-US" dirty="0"/>
              <a:t> </a:t>
            </a:r>
            <a:r>
              <a:rPr lang="en-US" dirty="0" err="1"/>
              <a:t>suivants</a:t>
            </a:r>
            <a:r>
              <a:rPr lang="en-US" dirty="0"/>
              <a:t> :</a:t>
            </a:r>
            <a:endParaRPr lang="fr-SN" dirty="0"/>
          </a:p>
          <a:p>
            <a:pPr marL="788987" indent="-342900">
              <a:lnSpc>
                <a:spcPct val="100000"/>
              </a:lnSpc>
            </a:pPr>
            <a:r>
              <a:rPr lang="en-US" dirty="0"/>
              <a:t>Un </a:t>
            </a:r>
            <a:r>
              <a:rPr lang="en-US" dirty="0" err="1"/>
              <a:t>commutateur</a:t>
            </a:r>
            <a:r>
              <a:rPr lang="en-US" dirty="0"/>
              <a:t> de </a:t>
            </a:r>
            <a:r>
              <a:rPr lang="en-US" dirty="0" err="1"/>
              <a:t>couche</a:t>
            </a:r>
            <a:r>
              <a:rPr lang="en-US" dirty="0"/>
              <a:t> 3 </a:t>
            </a:r>
            <a:r>
              <a:rPr lang="en-US" dirty="0" err="1"/>
              <a:t>jouant</a:t>
            </a:r>
            <a:r>
              <a:rPr lang="en-US" dirty="0"/>
              <a:t> le </a:t>
            </a:r>
            <a:r>
              <a:rPr lang="en-US" dirty="0" err="1"/>
              <a:t>rôle</a:t>
            </a:r>
            <a:r>
              <a:rPr lang="en-US" dirty="0"/>
              <a:t> de </a:t>
            </a:r>
            <a:r>
              <a:rPr lang="en-US" dirty="0" err="1"/>
              <a:t>cœur</a:t>
            </a:r>
            <a:r>
              <a:rPr lang="en-US" dirty="0"/>
              <a:t> de </a:t>
            </a:r>
            <a:r>
              <a:rPr lang="en-US" dirty="0" err="1"/>
              <a:t>réseau</a:t>
            </a:r>
            <a:endParaRPr lang="fr-SN" dirty="0"/>
          </a:p>
          <a:p>
            <a:pPr marL="446087" lvl="0" indent="0">
              <a:lnSpc>
                <a:spcPct val="100000"/>
              </a:lnSpc>
              <a:buNone/>
            </a:pPr>
            <a:r>
              <a:rPr lang="en-US" dirty="0"/>
              <a:t>deux </a:t>
            </a:r>
            <a:r>
              <a:rPr lang="en-US" dirty="0" err="1"/>
              <a:t>commutateurs</a:t>
            </a:r>
            <a:r>
              <a:rPr lang="en-US" dirty="0"/>
              <a:t> de </a:t>
            </a:r>
            <a:r>
              <a:rPr lang="en-US" dirty="0" err="1"/>
              <a:t>couche</a:t>
            </a:r>
            <a:r>
              <a:rPr lang="en-US" dirty="0"/>
              <a:t> 2 </a:t>
            </a:r>
            <a:r>
              <a:rPr lang="en-US" dirty="0" err="1"/>
              <a:t>assurant</a:t>
            </a:r>
            <a:r>
              <a:rPr lang="en-US" dirty="0"/>
              <a:t> la </a:t>
            </a:r>
            <a:r>
              <a:rPr lang="en-US" dirty="0" err="1"/>
              <a:t>connexion</a:t>
            </a:r>
            <a:r>
              <a:rPr lang="en-US" dirty="0"/>
              <a:t> des </a:t>
            </a:r>
            <a:r>
              <a:rPr lang="en-US" dirty="0" err="1"/>
              <a:t>équipements</a:t>
            </a:r>
            <a:r>
              <a:rPr lang="en-US" dirty="0"/>
              <a:t> </a:t>
            </a:r>
            <a:r>
              <a:rPr lang="en-US" dirty="0" err="1"/>
              <a:t>finaux</a:t>
            </a:r>
            <a:r>
              <a:rPr lang="en-US" dirty="0"/>
              <a:t>.</a:t>
            </a:r>
          </a:p>
          <a:p>
            <a:pPr marL="446087" lvl="0" indent="0">
              <a:lnSpc>
                <a:spcPct val="100000"/>
              </a:lnSpc>
              <a:buNone/>
            </a:pPr>
            <a:endParaRPr lang="fr-SN" dirty="0"/>
          </a:p>
          <a:p>
            <a:pPr marL="533400" indent="-87313"/>
            <a:r>
              <a:rPr lang="en-US" dirty="0"/>
              <a:t>  Le switch multilayer </a:t>
            </a:r>
            <a:r>
              <a:rPr lang="en-US" dirty="0" err="1"/>
              <a:t>centralise</a:t>
            </a:r>
            <a:r>
              <a:rPr lang="en-US" dirty="0"/>
              <a:t> le </a:t>
            </a:r>
            <a:r>
              <a:rPr lang="en-US" dirty="0" err="1"/>
              <a:t>routage</a:t>
            </a:r>
            <a:r>
              <a:rPr lang="en-US" dirty="0"/>
              <a:t> inter-VLAN, </a:t>
            </a:r>
            <a:r>
              <a:rPr lang="en-US" dirty="0" err="1"/>
              <a:t>tandis</a:t>
            </a:r>
            <a:r>
              <a:rPr lang="en-US" dirty="0"/>
              <a:t> que les switches de </a:t>
            </a:r>
            <a:r>
              <a:rPr lang="en-US" dirty="0" err="1"/>
              <a:t>couche</a:t>
            </a:r>
            <a:r>
              <a:rPr lang="en-US" dirty="0"/>
              <a:t> 2 se </a:t>
            </a:r>
            <a:r>
              <a:rPr lang="en-US" dirty="0" err="1"/>
              <a:t>limitent</a:t>
            </a:r>
            <a:r>
              <a:rPr lang="en-US" dirty="0"/>
              <a:t> à la commutation et à </a:t>
            </a:r>
            <a:r>
              <a:rPr lang="en-US" dirty="0" err="1"/>
              <a:t>l’affectation</a:t>
            </a:r>
            <a:r>
              <a:rPr lang="en-US" dirty="0"/>
              <a:t> des ports aux VLANs.</a:t>
            </a:r>
            <a:endParaRPr lang="fr-SN" dirty="0"/>
          </a:p>
          <a:p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3082496602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204A86EE-EDE4-4E71-8DBC-05C6DE14A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2812" y="119743"/>
            <a:ext cx="9905999" cy="225334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 DE LA TOPOLOGIE</a:t>
            </a:r>
          </a:p>
          <a:p>
            <a:pPr marL="0" indent="0">
              <a:buNone/>
            </a:pPr>
            <a:r>
              <a:rPr lang="fr-S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Cette architecture mise en place permet: </a:t>
            </a:r>
          </a:p>
          <a:p>
            <a:pPr marL="358775" indent="-184150"/>
            <a:r>
              <a:rPr lang="fr-S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d’optimiser la latence grâce au routage matériel</a:t>
            </a:r>
          </a:p>
          <a:p>
            <a:pPr marL="358775" indent="-184150"/>
            <a:r>
              <a:rPr lang="fr-S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faciliter l’administration et l’évolution du réseau</a:t>
            </a:r>
          </a:p>
          <a:p>
            <a:pPr marL="358775" indent="-184150"/>
            <a:r>
              <a:rPr lang="fr-S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renforcer la sécurité des données et des accès par la segmentation du réseau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73C03FB2-9F33-47C2-BB35-7193DE947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2245" y="2373086"/>
            <a:ext cx="9905999" cy="4365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52215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43EB84-DDF7-4386-8211-84058D1D6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954" y="163286"/>
            <a:ext cx="11235645" cy="1262743"/>
          </a:xfrm>
        </p:spPr>
        <p:txBody>
          <a:bodyPr/>
          <a:lstStyle/>
          <a:p>
            <a:pPr marL="857250" indent="-498475" algn="ctr">
              <a:buFont typeface="+mj-lt"/>
              <a:buAutoNum type="romanUcPeriod" startAt="2"/>
            </a:pPr>
            <a:r>
              <a:rPr lang="fr-SN" b="1" dirty="0"/>
              <a:t>CREATION ET CONFIGURATION DES VLAN au niveau des </a:t>
            </a:r>
            <a:r>
              <a:rPr lang="fr-SN" b="1" dirty="0" err="1"/>
              <a:t>switchs</a:t>
            </a:r>
            <a:r>
              <a:rPr lang="fr-SN" b="1" dirty="0"/>
              <a:t> l2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4F2C64-672A-4061-8A3A-C26A6E9B61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65513"/>
            <a:ext cx="9905999" cy="4561115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fr-S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Rôles des </a:t>
            </a:r>
            <a:r>
              <a:rPr lang="fr-SN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switchs</a:t>
            </a:r>
            <a:r>
              <a:rPr lang="fr-S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L2</a:t>
            </a:r>
          </a:p>
          <a:p>
            <a:pPr marL="0" indent="174625">
              <a:buNone/>
            </a:pP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 sont des périphériques intermédiaires qui connectent efficacement des terminaux dans un même réseau local et permettent la création, l’affectation et la gestion des VLANs aux ports correspondants.</a:t>
            </a:r>
          </a:p>
          <a:p>
            <a:pPr marL="0" indent="174625">
              <a:buNone/>
            </a:pPr>
            <a:endParaRPr lang="fr-S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fr-SN" b="1" dirty="0"/>
              <a:t> </a:t>
            </a:r>
            <a:r>
              <a:rPr lang="fr-S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Création des VLANs</a:t>
            </a:r>
          </a:p>
          <a:p>
            <a:pPr marL="0" indent="174625">
              <a:buNone/>
            </a:pP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 niveau des deux commutateurs de couche 2 on a créé les VLANs 10(IT), 20(RH), 30(Direction) et </a:t>
            </a:r>
            <a:r>
              <a:rPr lang="fr-FR" dirty="0"/>
              <a:t> le VLAN 99 (est dédié à la management et permet l’administration des switches) 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pour séparer les flux réseaux de chaque </a:t>
            </a:r>
            <a:r>
              <a:rPr lang="fr-SN">
                <a:latin typeface="Times New Roman" panose="02020603050405020304" pitchFamily="18" charset="0"/>
                <a:cs typeface="Times New Roman" panose="02020603050405020304" pitchFamily="18" charset="0"/>
              </a:rPr>
              <a:t>services présents </a:t>
            </a:r>
            <a:r>
              <a:rPr lang="fr-S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dans l’entreprise</a:t>
            </a:r>
          </a:p>
          <a:p>
            <a:pPr marL="0" indent="174625">
              <a:buNone/>
            </a:pPr>
            <a:endParaRPr lang="fr-S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91921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86B4B1C2-FD8B-49F0-AB53-0546D15E78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771" y="625928"/>
            <a:ext cx="10243458" cy="568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20213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98BABB-7339-4C9A-AF3C-FAFB6CED9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2" y="0"/>
            <a:ext cx="10339840" cy="1883228"/>
          </a:xfrm>
        </p:spPr>
        <p:txBody>
          <a:bodyPr>
            <a:normAutofit fontScale="85000" lnSpcReduction="20000"/>
          </a:bodyPr>
          <a:lstStyle/>
          <a:p>
            <a:pPr marL="271463" indent="-271463">
              <a:buFont typeface="+mj-lt"/>
              <a:buAutoNum type="arabicPeriod" startAt="3"/>
            </a:pPr>
            <a:r>
              <a:rPr lang="fr-FR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Configuration des ports Access pour les </a:t>
            </a:r>
            <a:r>
              <a:rPr lang="fr-FR" b="1" u="sng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PCs</a:t>
            </a:r>
            <a:r>
              <a:rPr lang="fr-FR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et des liaisons </a:t>
            </a:r>
            <a:r>
              <a:rPr lang="fr-FR" b="1" u="sng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Trunk</a:t>
            </a:r>
            <a:r>
              <a:rPr lang="fr-FR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entre les </a:t>
            </a:r>
            <a:r>
              <a:rPr lang="fr-FR" b="1" u="sng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switchs</a:t>
            </a:r>
            <a:r>
              <a:rPr lang="fr-FR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46088" indent="-174625"/>
            <a:r>
              <a:rPr lang="fr-FR" b="1" dirty="0"/>
              <a:t>SW1</a:t>
            </a:r>
            <a:r>
              <a:rPr lang="fr-FR" dirty="0"/>
              <a:t> gère les </a:t>
            </a:r>
            <a:r>
              <a:rPr lang="fr-FR" b="1" dirty="0"/>
              <a:t>VLAN 10 (IT)</a:t>
            </a:r>
            <a:r>
              <a:rPr lang="fr-FR" dirty="0"/>
              <a:t> et </a:t>
            </a:r>
            <a:r>
              <a:rPr lang="fr-FR" b="1" dirty="0"/>
              <a:t>VLAN 20 (RH)</a:t>
            </a:r>
            <a:r>
              <a:rPr lang="fr-FR" dirty="0"/>
              <a:t>.</a:t>
            </a:r>
            <a:br>
              <a:rPr lang="fr-FR" dirty="0"/>
            </a:br>
            <a:r>
              <a:rPr lang="fr-FR" dirty="0"/>
              <a:t>Chaque VLAN contient </a:t>
            </a:r>
            <a:r>
              <a:rPr lang="fr-FR" b="1" dirty="0"/>
              <a:t>deux PC</a:t>
            </a:r>
            <a:r>
              <a:rPr lang="fr-FR" dirty="0"/>
              <a:t>, et les ports correspondants sont configurés en </a:t>
            </a:r>
            <a:r>
              <a:rPr lang="fr-FR" b="1" dirty="0"/>
              <a:t>mode </a:t>
            </a:r>
            <a:r>
              <a:rPr lang="fr-FR" b="1" dirty="0" err="1"/>
              <a:t>access</a:t>
            </a:r>
            <a:r>
              <a:rPr lang="fr-FR" dirty="0"/>
              <a:t>.</a:t>
            </a:r>
          </a:p>
          <a:p>
            <a:pPr marL="446088" indent="-174625"/>
            <a:r>
              <a:rPr lang="fr-FR" dirty="0"/>
              <a:t>De la même manière, </a:t>
            </a:r>
            <a:r>
              <a:rPr lang="fr-FR" b="1" dirty="0"/>
              <a:t>SW2</a:t>
            </a:r>
            <a:r>
              <a:rPr lang="fr-FR" dirty="0"/>
              <a:t> gère les </a:t>
            </a:r>
            <a:r>
              <a:rPr lang="fr-FR" b="1" dirty="0"/>
              <a:t>VLAN 30 (Direction)</a:t>
            </a:r>
            <a:r>
              <a:rPr lang="fr-FR" dirty="0"/>
              <a:t> et </a:t>
            </a:r>
            <a:r>
              <a:rPr lang="fr-FR" b="1" dirty="0"/>
              <a:t>VLAN 99 (Management)</a:t>
            </a:r>
            <a:r>
              <a:rPr lang="fr-FR" dirty="0"/>
              <a:t>,</a:t>
            </a:r>
            <a:br>
              <a:rPr lang="fr-FR" dirty="0"/>
            </a:br>
            <a:r>
              <a:rPr lang="fr-FR" dirty="0"/>
              <a:t>chacun comprenant également </a:t>
            </a:r>
            <a:r>
              <a:rPr lang="fr-FR" b="1" dirty="0"/>
              <a:t>deux PC</a:t>
            </a:r>
            <a:r>
              <a:rPr lang="fr-FR" dirty="0"/>
              <a:t>, avec des ports également configurés en </a:t>
            </a:r>
            <a:r>
              <a:rPr lang="fr-FR" b="1" dirty="0"/>
              <a:t>mode </a:t>
            </a:r>
            <a:r>
              <a:rPr lang="fr-FR" b="1" dirty="0" err="1"/>
              <a:t>access</a:t>
            </a:r>
            <a:r>
              <a:rPr lang="fr-FR" dirty="0"/>
              <a:t>.</a:t>
            </a:r>
          </a:p>
          <a:p>
            <a:pPr marL="0" indent="0">
              <a:buNone/>
            </a:pPr>
            <a:endParaRPr lang="fr-FR" b="1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6B844C2-E03A-4A6E-88B7-A3965D0A52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058" y="1883228"/>
            <a:ext cx="9013372" cy="487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106472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7916EB-EF14-4BAC-9BC5-8E3765A4F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79172"/>
            <a:ext cx="9905999" cy="918257"/>
          </a:xfrm>
        </p:spPr>
        <p:txBody>
          <a:bodyPr>
            <a:normAutofit lnSpcReduction="10000"/>
          </a:bodyPr>
          <a:lstStyle/>
          <a:p>
            <a:pPr marL="0" indent="87313">
              <a:buNone/>
            </a:pPr>
            <a:r>
              <a:rPr lang="fr-FR" dirty="0"/>
              <a:t>Les switches </a:t>
            </a:r>
            <a:r>
              <a:rPr lang="fr-FR" b="1" dirty="0"/>
              <a:t>SW1</a:t>
            </a:r>
            <a:r>
              <a:rPr lang="fr-FR" dirty="0"/>
              <a:t> et </a:t>
            </a:r>
            <a:r>
              <a:rPr lang="fr-FR" b="1" dirty="0"/>
              <a:t>SW2</a:t>
            </a:r>
            <a:r>
              <a:rPr lang="fr-FR" dirty="0"/>
              <a:t> sont connectés au switch L3 par des </a:t>
            </a:r>
            <a:r>
              <a:rPr lang="fr-FR" b="1" dirty="0"/>
              <a:t>liaisons </a:t>
            </a:r>
            <a:r>
              <a:rPr lang="fr-FR" b="1" dirty="0" err="1"/>
              <a:t>trunk</a:t>
            </a:r>
            <a:r>
              <a:rPr lang="fr-FR" dirty="0"/>
              <a:t>, permettant le transport des VLANs </a:t>
            </a:r>
            <a:r>
              <a:rPr lang="fr-FR" b="1" dirty="0"/>
              <a:t>10, 20, 30 et 99</a:t>
            </a:r>
            <a:r>
              <a:rPr lang="fr-FR" dirty="0"/>
              <a:t> .</a:t>
            </a:r>
            <a:endParaRPr lang="fr-SN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46A6AC0-954F-460C-A56F-7B6911520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399" y="1393373"/>
            <a:ext cx="9752011" cy="4735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709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D9B0B3-469A-4085-B066-C841ADA31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542" y="0"/>
            <a:ext cx="9905999" cy="1001486"/>
          </a:xfrm>
        </p:spPr>
        <p:txBody>
          <a:bodyPr>
            <a:normAutofit/>
          </a:bodyPr>
          <a:lstStyle/>
          <a:p>
            <a:r>
              <a:rPr lang="fr-SN" sz="3200" b="1" dirty="0"/>
              <a:t>Vérification </a:t>
            </a:r>
          </a:p>
          <a:p>
            <a:endParaRPr lang="fr-SN" sz="3200" b="1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EDC2FDD-9719-4B3B-8A3E-4748D7C59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0" y="1152079"/>
            <a:ext cx="6453716" cy="526806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B47B968-B9E9-4E9D-930F-C550EABDFC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41" y="1185797"/>
            <a:ext cx="5088219" cy="5268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99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003E2E-239D-4C48-85CE-0129674C3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5" y="217713"/>
            <a:ext cx="10885714" cy="1491343"/>
          </a:xfrm>
        </p:spPr>
        <p:txBody>
          <a:bodyPr>
            <a:normAutofit/>
          </a:bodyPr>
          <a:lstStyle/>
          <a:p>
            <a:pPr marL="174625" indent="-174625" algn="ctr">
              <a:buFont typeface="+mj-lt"/>
              <a:buAutoNum type="romanUcPeriod" startAt="3"/>
            </a:pPr>
            <a:r>
              <a:rPr lang="fr-FR" sz="3200" b="1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Activation du routage IP et création des interfaces virtuelles (SVI) pour chaque VLAN sur le switch L3</a:t>
            </a:r>
            <a:br>
              <a:rPr lang="fr-FR" sz="3200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S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02F8E89-79CD-4680-B180-BD7BC451A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17914"/>
            <a:ext cx="9905999" cy="3973287"/>
          </a:xfrm>
        </p:spPr>
        <p:txBody>
          <a:bodyPr>
            <a:normAutofit/>
          </a:bodyPr>
          <a:lstStyle/>
          <a:p>
            <a:pPr marL="0" indent="174625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switch de niveau 3 est un équipement réseau capable d’effectuer du routage, c’est-à-dire qu’il combine les fonctions d’un switch classique (niveau 2) et d’un routeur (niveau 3).</a:t>
            </a:r>
          </a:p>
          <a:p>
            <a:pPr marL="0" indent="174625">
              <a:buNone/>
            </a:pPr>
            <a:r>
              <a:rPr lang="fr-FR" dirty="0"/>
              <a:t>La création des interfaces virtuelles (SVI – </a:t>
            </a:r>
            <a:r>
              <a:rPr lang="fr-FR" i="1" dirty="0"/>
              <a:t>Switch Virtual Interfaces</a:t>
            </a:r>
            <a:r>
              <a:rPr lang="fr-FR" dirty="0"/>
              <a:t>) permet d’attribuer une adresse IP à chaque VLAN afin de rendre possible le routage inter-VLAN.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4625" lvl="0" indent="184150">
              <a:buNone/>
            </a:pPr>
            <a:r>
              <a:rPr lang="fr-FR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Pour qu’un switch L3 puisse router le trafic entre les VLANs, il faut activer explicitement le routage IP.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4625" indent="-174625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810604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B625EE6-17E9-4FA3-A3CB-8303AE01D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327" y="87086"/>
            <a:ext cx="9905999" cy="555171"/>
          </a:xfrm>
        </p:spPr>
        <p:txBody>
          <a:bodyPr>
            <a:normAutofit fontScale="92500"/>
          </a:bodyPr>
          <a:lstStyle/>
          <a:p>
            <a:pPr marL="457200" indent="-457200">
              <a:buFont typeface="+mj-lt"/>
              <a:buAutoNum type="arabicPeriod"/>
            </a:pPr>
            <a:r>
              <a:rPr lang="fr-FR" b="1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Création des interfaces virtuelles (SVI) pour chaque VLAN sur le switch L3</a:t>
            </a:r>
            <a:endParaRPr lang="fr-SN" u="sng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62F5113-6E09-43DE-8458-B719BA5D66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025" y="1197428"/>
            <a:ext cx="9744301" cy="5475514"/>
          </a:xfrm>
          <a:prstGeom prst="rect">
            <a:avLst/>
          </a:prstGeom>
        </p:spPr>
      </p:pic>
      <p:sp>
        <p:nvSpPr>
          <p:cNvPr id="2" name="ZoneTexte 1">
            <a:extLst>
              <a:ext uri="{FF2B5EF4-FFF2-40B4-BE49-F238E27FC236}">
                <a16:creationId xmlns:a16="http://schemas.microsoft.com/office/drawing/2014/main" id="{72F18745-EA02-4CDA-9C27-85E965A2E1A2}"/>
              </a:ext>
            </a:extLst>
          </p:cNvPr>
          <p:cNvSpPr txBox="1"/>
          <p:nvPr/>
        </p:nvSpPr>
        <p:spPr>
          <a:xfrm>
            <a:off x="1915887" y="642257"/>
            <a:ext cx="85670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On crée d’abord les VLANs pour l’associer à des interfaces virtuelles (SVI)</a:t>
            </a:r>
          </a:p>
          <a:p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2881318999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F77DD0-5589-4796-9897-E19821634A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6239" y="224743"/>
            <a:ext cx="7153504" cy="994457"/>
          </a:xfrm>
        </p:spPr>
        <p:txBody>
          <a:bodyPr>
            <a:normAutofit/>
          </a:bodyPr>
          <a:lstStyle/>
          <a:p>
            <a:pPr marL="1165225" indent="-360363" algn="ctr">
              <a:buFont typeface="+mj-lt"/>
              <a:buAutoNum type="arabicPeriod" startAt="2"/>
            </a:pPr>
            <a:r>
              <a:rPr lang="fr-SN" b="1" dirty="0"/>
              <a:t> </a:t>
            </a:r>
            <a:r>
              <a:rPr lang="fr-SN" b="1" u="sng" dirty="0"/>
              <a:t>Activation du routage IP sur le switch L3</a:t>
            </a:r>
          </a:p>
          <a:p>
            <a:pPr marL="0" indent="0">
              <a:buNone/>
            </a:pPr>
            <a:endParaRPr lang="fr-SN" b="1" u="sng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F1F6601C-4F57-41B6-8223-F65E0E6DFF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034142"/>
            <a:ext cx="6935789" cy="5566458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CA247E1D-A6BB-4CC7-8218-ECC8FDA730E8}"/>
              </a:ext>
            </a:extLst>
          </p:cNvPr>
          <p:cNvSpPr txBox="1"/>
          <p:nvPr/>
        </p:nvSpPr>
        <p:spPr>
          <a:xfrm rot="10800000" flipH="1" flipV="1">
            <a:off x="685799" y="1181316"/>
            <a:ext cx="386442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87313"/>
            <a:r>
              <a:rPr lang="fr-FR" sz="2400" dirty="0"/>
              <a:t>Pour chaque VLAN, l’adresse de passerelle approprié est configuré, puis on s’assure que les interfaces correspondantes sont actives.</a:t>
            </a:r>
          </a:p>
          <a:p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3391052695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FB4F21-5CDD-4D3F-A7B6-A73112C25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2133" y="270705"/>
            <a:ext cx="9358009" cy="457199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rgbClr val="FFFFF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IV. SÉCURISER L'ACCÈS AU SWITCH VIA SSH </a:t>
            </a:r>
            <a:endParaRPr lang="fr-S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FC76D31-AB9F-473E-93C2-D063F4E2D0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7879" y="1073828"/>
            <a:ext cx="4516263" cy="4778075"/>
          </a:xfrm>
        </p:spPr>
        <p:txBody>
          <a:bodyPr>
            <a:normAutofit fontScale="92500" lnSpcReduction="10000"/>
          </a:bodyPr>
          <a:lstStyle/>
          <a:p>
            <a:pPr marL="174625" indent="184150">
              <a:buFont typeface="Arial" panose="020B0604020202020204" pitchFamily="34" charset="0"/>
              <a:buChar char="•"/>
            </a:pPr>
            <a:r>
              <a:rPr lang="fr-SN" sz="2400" dirty="0"/>
              <a:t>Le SSH (Secure Shell) permet l’accès à distance en toute sécurité au niveau du PC.</a:t>
            </a:r>
          </a:p>
          <a:p>
            <a:pPr marL="174625" indent="184150">
              <a:buFont typeface="Arial" panose="020B0604020202020204" pitchFamily="34" charset="0"/>
              <a:buChar char="•"/>
            </a:pPr>
            <a:r>
              <a:rPr lang="fr-FR" sz="2400" dirty="0"/>
              <a:t>La configuration SSH se fait directement sur le switch comme l’illustre l’image.</a:t>
            </a:r>
            <a:endParaRPr lang="fr-SN" sz="2400" dirty="0"/>
          </a:p>
          <a:p>
            <a:pPr marL="174625" indent="184150">
              <a:buFont typeface="Arial" panose="020B0604020202020204" pitchFamily="34" charset="0"/>
              <a:buChar char="•"/>
            </a:pPr>
            <a:r>
              <a:rPr lang="fr-SN" sz="2400" dirty="0"/>
              <a:t>Un compte administrateur est créé, et l’accès à distance se fait depuis le PC ADMIN on met l’adresse de passerelle  (192.168.99.1), le nom d’utilisateur (</a:t>
            </a:r>
            <a:r>
              <a:rPr lang="fr-SN" sz="2400" dirty="0" err="1"/>
              <a:t>username</a:t>
            </a:r>
            <a:r>
              <a:rPr lang="fr-SN" sz="2400" dirty="0"/>
              <a:t> : admin) et le mot de passe</a:t>
            </a:r>
          </a:p>
          <a:p>
            <a:endParaRPr lang="fr-SN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CE120069-5279-4297-B3FE-244BF0AC48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3166" y="1212654"/>
            <a:ext cx="6954663" cy="4639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7219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contenu 7">
            <a:extLst>
              <a:ext uri="{FF2B5EF4-FFF2-40B4-BE49-F238E27FC236}">
                <a16:creationId xmlns:a16="http://schemas.microsoft.com/office/drawing/2014/main" id="{85CCD000-45CF-4C5B-A64D-6C3F1313A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SN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42C8DBE-D52F-4E48-B838-36B86A45E0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1895" y="462037"/>
            <a:ext cx="4049342" cy="1643743"/>
          </a:xfrm>
        </p:spPr>
        <p:txBody>
          <a:bodyPr>
            <a:normAutofit/>
          </a:bodyPr>
          <a:lstStyle/>
          <a:p>
            <a:r>
              <a:rPr lang="fr-SN" sz="2400" b="1" dirty="0"/>
              <a:t>Vérification </a:t>
            </a:r>
          </a:p>
          <a:p>
            <a:r>
              <a:rPr lang="fr-SN" sz="2400" b="1" dirty="0"/>
              <a:t>Accès à distance du switch L3 au niveau du PC ADMIN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0A475B74-1A1F-4162-B044-15BF3C062F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2892" y="462037"/>
            <a:ext cx="7123166" cy="599802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6193908-35A4-4AD7-B8C5-0C2BD1460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95" y="2231571"/>
            <a:ext cx="4613042" cy="4109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3225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535D168-2090-4D42-A373-4BF53D431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013" y="244929"/>
            <a:ext cx="9905998" cy="1112311"/>
          </a:xfrm>
        </p:spPr>
        <p:txBody>
          <a:bodyPr/>
          <a:lstStyle/>
          <a:p>
            <a:pPr marL="631825" indent="-631825" algn="ctr">
              <a:buFont typeface="+mj-lt"/>
              <a:buAutoNum type="romanUcPeriod" startAt="5"/>
            </a:pPr>
            <a:r>
              <a:rPr lang="fr-FR" b="1" cap="none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TEST DE LA COMMUNICATION : Entre un PC de l’IT et un PC des RH</a:t>
            </a:r>
            <a:endParaRPr lang="fr-S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577F13A-5594-4703-B0C3-4AAF848FD1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2057401"/>
            <a:ext cx="3265715" cy="3581400"/>
          </a:xfrm>
        </p:spPr>
        <p:txBody>
          <a:bodyPr/>
          <a:lstStyle/>
          <a:p>
            <a:r>
              <a:rPr lang="fr-SN" dirty="0"/>
              <a:t>Une test de connectivité a été réalisé afin de vérifier le bon fonctionnement du routage inter-VLAN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4A307E8-6C6D-41BC-92B5-03DAD4460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1228" y="1627414"/>
            <a:ext cx="6926992" cy="471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0923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1249C2-E76A-4F3A-9152-3E30C94B2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SN" sz="6600" b="1" dirty="0"/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1DB0F3-311D-410C-8AAE-9570A8580B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10424055" cy="3541714"/>
          </a:xfrm>
        </p:spPr>
        <p:txBody>
          <a:bodyPr/>
          <a:lstStyle/>
          <a:p>
            <a:pPr marL="0" indent="0" algn="ctr">
              <a:buNone/>
            </a:pPr>
            <a:r>
              <a:rPr lang="fr-FR" dirty="0"/>
              <a:t>Ce projet a permis de mettre en place une architecture réseau segmentée, performante et sécurisée.</a:t>
            </a:r>
          </a:p>
          <a:p>
            <a:pPr marL="0" indent="0" algn="ctr">
              <a:lnSpc>
                <a:spcPct val="100000"/>
              </a:lnSpc>
              <a:buNone/>
            </a:pPr>
            <a:br>
              <a:rPr lang="fr-FR" dirty="0"/>
            </a:br>
            <a:r>
              <a:rPr lang="fr-FR" dirty="0"/>
              <a:t>L’utilisation des VLAN combinée au routage inter-VLAN sur un switch de couche 3 améliore la gestion du réseau, renforce la sécurité et facilite son évolution future.</a:t>
            </a:r>
            <a:br>
              <a:rPr lang="fr-FR" dirty="0"/>
            </a:br>
            <a:r>
              <a:rPr lang="fr-FR" dirty="0"/>
              <a:t>La sécurisation de l’accès via SSH garantit une administration fiable et protégée de l’infrastructure réseau</a:t>
            </a:r>
            <a:endParaRPr lang="fr-SN" dirty="0"/>
          </a:p>
          <a:p>
            <a:endParaRPr lang="fr-SN" dirty="0"/>
          </a:p>
        </p:txBody>
      </p:sp>
    </p:spTree>
    <p:extLst>
      <p:ext uri="{BB962C8B-B14F-4D97-AF65-F5344CB8AC3E}">
        <p14:creationId xmlns:p14="http://schemas.microsoft.com/office/powerpoint/2010/main" val="481684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C179E5A-AFB6-492E-A39E-BEFBAB6C5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045029"/>
            <a:ext cx="9905999" cy="4746172"/>
          </a:xfrm>
        </p:spPr>
        <p:txBody>
          <a:bodyPr>
            <a:normAutofit/>
          </a:bodyPr>
          <a:lstStyle/>
          <a:p>
            <a:pPr algn="ctr"/>
            <a:endParaRPr lang="fr-SN" sz="4000" dirty="0"/>
          </a:p>
          <a:p>
            <a:pPr marL="0" indent="0" algn="ctr">
              <a:buNone/>
            </a:pPr>
            <a:endParaRPr lang="fr-SN" sz="4000" dirty="0"/>
          </a:p>
          <a:p>
            <a:pPr marL="0" indent="0" algn="ctr">
              <a:buNone/>
            </a:pPr>
            <a:r>
              <a:rPr lang="fr-S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MERCI DE VOTRE AIMABLE ATTENTION</a:t>
            </a:r>
          </a:p>
        </p:txBody>
      </p:sp>
    </p:spTree>
    <p:extLst>
      <p:ext uri="{BB962C8B-B14F-4D97-AF65-F5344CB8AC3E}">
        <p14:creationId xmlns:p14="http://schemas.microsoft.com/office/powerpoint/2010/main" val="411774760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2406</TotalTime>
  <Words>880</Words>
  <Application>Microsoft Office PowerPoint</Application>
  <PresentationFormat>Grand écran</PresentationFormat>
  <Paragraphs>73</Paragraphs>
  <Slides>19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19</vt:i4>
      </vt:variant>
    </vt:vector>
  </HeadingPairs>
  <TitlesOfParts>
    <vt:vector size="27" baseType="lpstr">
      <vt:lpstr>Arial</vt:lpstr>
      <vt:lpstr>Calibri</vt:lpstr>
      <vt:lpstr>Times New Roman</vt:lpstr>
      <vt:lpstr>Trebuchet MS</vt:lpstr>
      <vt:lpstr>Tw Cen MT</vt:lpstr>
      <vt:lpstr>Twentieth Century</vt:lpstr>
      <vt:lpstr>Wingdings</vt:lpstr>
      <vt:lpstr>Circuit</vt:lpstr>
      <vt:lpstr>ARCHITECTURE D’ENTREPRISE SECURISEE MULTI-VLAN (SWITCH L3)</vt:lpstr>
      <vt:lpstr>Présentation PowerPoint</vt:lpstr>
      <vt:lpstr>Présentation PowerPoint</vt:lpstr>
      <vt:lpstr>INTRODUCTION</vt:lpstr>
      <vt:lpstr>ARCHITECTURE DU RESEAU </vt:lpstr>
      <vt:lpstr>Présentation PowerPoint</vt:lpstr>
      <vt:lpstr>CREATION ET CONFIGURATION DES VLAN au niveau des switchs l2</vt:lpstr>
      <vt:lpstr>Présentation PowerPoint</vt:lpstr>
      <vt:lpstr>Présentation PowerPoint</vt:lpstr>
      <vt:lpstr>Présentation PowerPoint</vt:lpstr>
      <vt:lpstr>Présentation PowerPoint</vt:lpstr>
      <vt:lpstr>  Activation du routage IP et création des interfaces virtuelles (SVI) pour chaque VLAN sur le switch L3 </vt:lpstr>
      <vt:lpstr>Présentation PowerPoint</vt:lpstr>
      <vt:lpstr>Présentation PowerPoint</vt:lpstr>
      <vt:lpstr>IV. SÉCURISER L'ACCÈS AU SWITCH VIA SSH </vt:lpstr>
      <vt:lpstr>Présentation PowerPoint</vt:lpstr>
      <vt:lpstr>TEST DE LA COMMUNICATION : Entre un PC de l’IT et un PC des RH</vt:lpstr>
      <vt:lpstr>CONCLUSION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NDAO</dc:creator>
  <cp:lastModifiedBy>NDAO</cp:lastModifiedBy>
  <cp:revision>69</cp:revision>
  <dcterms:created xsi:type="dcterms:W3CDTF">2026-02-21T12:53:19Z</dcterms:created>
  <dcterms:modified xsi:type="dcterms:W3CDTF">2026-02-25T12:01:45Z</dcterms:modified>
</cp:coreProperties>
</file>